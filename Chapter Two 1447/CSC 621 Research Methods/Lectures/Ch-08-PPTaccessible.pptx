
<file path=[Content_Types].xml><?xml version="1.0" encoding="utf-8"?>
<Types xmlns="http://schemas.openxmlformats.org/package/2006/content-types">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notesSlides/notesSlide1.xml" ContentType="application/vnd.openxmlformats-officedocument.presentationml.notesSlide+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theme/theme1.xml" ContentType="application/vnd.openxmlformats-officedocument.theme+xml"/>
  <Override PartName="/ppt/theme/theme2.xml" ContentType="application/vnd.openxmlformats-officedocument.theme+xml"/>
  <Override PartName="/ppt/theme/theme4.xml" ContentType="application/vnd.openxmlformats-officedocument.theme+xml"/>
  <Override PartName="/ppt/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viewProps.xml" ContentType="application/vnd.openxmlformats-officedocument.presentationml.viewPro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Props2.xml" ContentType="application/vnd.openxmlformats-officedocument.customXmlProperties+xml"/>
  <Override PartName="/customXml/itemProps1.xml" ContentType="application/vnd.openxmlformats-officedocument.customXmlProperties+xml"/>
  <Override PartName="/customXml/itemProps3.xml" ContentType="application/vnd.openxmlformats-officedocument.customXml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 id="2147483660" r:id="rId2"/>
  </p:sldMasterIdLst>
  <p:notesMasterIdLst>
    <p:notesMasterId r:id="rId32"/>
  </p:notesMasterIdLst>
  <p:handoutMasterIdLst>
    <p:handoutMasterId r:id="rId33"/>
  </p:handoutMasterIdLst>
  <p:sldIdLst>
    <p:sldId id="335" r:id="rId3"/>
    <p:sldId id="307" r:id="rId4"/>
    <p:sldId id="308" r:id="rId5"/>
    <p:sldId id="310" r:id="rId6"/>
    <p:sldId id="311" r:id="rId7"/>
    <p:sldId id="312" r:id="rId8"/>
    <p:sldId id="336" r:id="rId9"/>
    <p:sldId id="313" r:id="rId10"/>
    <p:sldId id="337" r:id="rId11"/>
    <p:sldId id="314" r:id="rId12"/>
    <p:sldId id="315" r:id="rId13"/>
    <p:sldId id="316" r:id="rId14"/>
    <p:sldId id="317" r:id="rId15"/>
    <p:sldId id="318" r:id="rId16"/>
    <p:sldId id="338" r:id="rId17"/>
    <p:sldId id="319" r:id="rId18"/>
    <p:sldId id="320" r:id="rId19"/>
    <p:sldId id="321" r:id="rId20"/>
    <p:sldId id="339" r:id="rId21"/>
    <p:sldId id="340" r:id="rId22"/>
    <p:sldId id="322" r:id="rId23"/>
    <p:sldId id="323" r:id="rId24"/>
    <p:sldId id="341" r:id="rId25"/>
    <p:sldId id="342" r:id="rId26"/>
    <p:sldId id="324" r:id="rId27"/>
    <p:sldId id="346" r:id="rId28"/>
    <p:sldId id="347" r:id="rId29"/>
    <p:sldId id="348" r:id="rId30"/>
    <p:sldId id="334" r:id="rId31"/>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guide id="4" pos="272" userDrawn="1">
          <p15:clr>
            <a:srgbClr val="A4A3A4"/>
          </p15:clr>
        </p15:guide>
        <p15:guide id="5" pos="5488" userDrawn="1">
          <p15:clr>
            <a:srgbClr val="A4A3A4"/>
          </p15:clr>
        </p15:guide>
        <p15:guide id="6" orient="horz" pos="4088" userDrawn="1">
          <p15:clr>
            <a:srgbClr val="A4A3A4"/>
          </p15:clr>
        </p15:guide>
        <p15:guide id="7" orient="horz" pos="799" userDrawn="1">
          <p15:clr>
            <a:srgbClr val="A4A3A4"/>
          </p15:clr>
        </p15:guide>
        <p15:guide id="10" orient="horz" pos="482"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Jeffrey Holcomb" initials="" lastIdx="3" clrIdx="0"/>
  <p:cmAuthor id="1" name="Ruchi Sachdev" initials="" lastIdx="8" clrIdx="1"/>
  <p:cmAuthor id="2" name="Sarah Reusché" initials="" lastIdx="13" clrIdx="2"/>
  <p:cmAuthor id="3" name="Nitin Shankar" initials="" lastIdx="6" clrIdx="3"/>
  <p:cmAuthor id="4" name="Kristen Flathman" initials="" lastIdx="1" clrIdx="4"/>
  <p:cmAuthor id="5" name="Ben Schroeter" initials="" lastIdx="0"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0F9630F-82C1-40B7-BC3A-925EFCFF5E92}">
  <a:tblStyle styleId="{40F9630F-82C1-40B7-BC3A-925EFCFF5E92}" styleName="Table_0">
    <a:wholeTbl>
      <a:tcTxStyle b="off" i="off">
        <a:font>
          <a:latin typeface="Arial"/>
          <a:ea typeface="Arial"/>
          <a:cs typeface="Arial"/>
        </a:font>
        <a:schemeClr val="dk1"/>
      </a:tcTxStyle>
      <a:tcStyle>
        <a:tcBdr>
          <a:left>
            <a:ln w="9525" cap="flat" cmpd="sng">
              <a:solidFill>
                <a:srgbClr val="000000">
                  <a:alpha val="0"/>
                </a:srgbClr>
              </a:solidFill>
              <a:prstDash val="solid"/>
              <a:round/>
              <a:headEnd type="none" w="med" len="med"/>
              <a:tailEnd type="none" w="med" len="med"/>
            </a:ln>
          </a:left>
          <a:right>
            <a:ln w="9525" cap="flat" cmpd="sng">
              <a:solidFill>
                <a:srgbClr val="000000">
                  <a:alpha val="0"/>
                </a:srgbClr>
              </a:solidFill>
              <a:prstDash val="solid"/>
              <a:round/>
              <a:headEnd type="none" w="med" len="med"/>
              <a:tailEnd type="none" w="med" len="med"/>
            </a:ln>
          </a:right>
          <a:top>
            <a:ln w="12700" cap="flat" cmpd="sng">
              <a:solidFill>
                <a:schemeClr val="accent1"/>
              </a:solidFill>
              <a:prstDash val="solid"/>
              <a:round/>
              <a:headEnd type="none" w="med" len="med"/>
              <a:tailEnd type="none" w="med" len="med"/>
            </a:ln>
          </a:top>
          <a:bottom>
            <a:ln w="12700" cap="flat" cmpd="sng">
              <a:solidFill>
                <a:schemeClr val="accent1"/>
              </a:solidFill>
              <a:prstDash val="solid"/>
              <a:round/>
              <a:headEnd type="none" w="med" len="med"/>
              <a:tailEnd type="none" w="med" len="med"/>
            </a:ln>
          </a:bottom>
          <a:insideH>
            <a:ln w="9525" cap="flat" cmpd="sng">
              <a:solidFill>
                <a:srgbClr val="000000">
                  <a:alpha val="0"/>
                </a:srgbClr>
              </a:solidFill>
              <a:prstDash val="solid"/>
              <a:round/>
              <a:headEnd type="none" w="med" len="med"/>
              <a:tailEnd type="none" w="med" len="med"/>
            </a:ln>
          </a:insideH>
          <a:insideV>
            <a:ln w="9525" cap="flat" cmpd="sng">
              <a:solidFill>
                <a:srgbClr val="000000">
                  <a:alpha val="0"/>
                </a:srgbClr>
              </a:solidFill>
              <a:prstDash val="solid"/>
              <a:round/>
              <a:headEnd type="none" w="med" len="med"/>
              <a:tailEnd type="none" w="med" len="med"/>
            </a:ln>
          </a:insideV>
        </a:tcBdr>
        <a:fill>
          <a:solidFill>
            <a:srgbClr val="FFFFFF">
              <a:alpha val="0"/>
            </a:srgbClr>
          </a:solid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i="off"/>
      <a:tcStyle>
        <a:tcBdr/>
      </a:tcStyle>
    </a:lastCol>
    <a:firstCol>
      <a:tcTxStyle b="on" i="off"/>
      <a:tcStyle>
        <a:tcBdr/>
      </a:tcStyle>
    </a:firstCol>
    <a:lastRow>
      <a:tcTxStyle b="on" i="off"/>
      <a:tcStyle>
        <a:tcBdr>
          <a:top>
            <a:ln w="12700" cap="flat" cmpd="sng">
              <a:solidFill>
                <a:schemeClr val="accent1"/>
              </a:solidFill>
              <a:prstDash val="solid"/>
              <a:round/>
              <a:headEnd type="none" w="med" len="med"/>
              <a:tailEnd type="none" w="med" len="med"/>
            </a:ln>
          </a:top>
        </a:tcBdr>
        <a:fill>
          <a:solidFill>
            <a:srgbClr val="FFFFFF">
              <a:alpha val="0"/>
            </a:srgbClr>
          </a:solidFill>
        </a:fill>
      </a:tcStyle>
    </a:lastRow>
    <a:firstRow>
      <a:tcTxStyle b="on" i="off"/>
      <a:tcStyle>
        <a:tcBdr>
          <a:bottom>
            <a:ln w="12700" cap="flat" cmpd="sng">
              <a:solidFill>
                <a:schemeClr val="accent1"/>
              </a:solidFill>
              <a:prstDash val="solid"/>
              <a:round/>
              <a:headEnd type="none" w="med" len="med"/>
              <a:tailEnd type="none" w="med" len="med"/>
            </a:ln>
          </a:bottom>
        </a:tcBdr>
        <a:fill>
          <a:solidFill>
            <a:srgbClr val="FFFFFF">
              <a:alpha val="0"/>
            </a:srgb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430" autoAdjust="0"/>
    <p:restoredTop sz="87141" autoAdjust="0"/>
  </p:normalViewPr>
  <p:slideViewPr>
    <p:cSldViewPr snapToGrid="0" snapToObjects="1">
      <p:cViewPr varScale="1">
        <p:scale>
          <a:sx n="75" d="100"/>
          <a:sy n="75" d="100"/>
        </p:scale>
        <p:origin x="1014" y="66"/>
      </p:cViewPr>
      <p:guideLst>
        <p:guide orient="horz" pos="2160"/>
        <p:guide pos="2880"/>
        <p:guide pos="272"/>
        <p:guide pos="5488"/>
        <p:guide orient="horz" pos="4088"/>
        <p:guide orient="horz" pos="799"/>
        <p:guide orient="horz" pos="482"/>
      </p:guideLst>
    </p:cSldViewPr>
  </p:slideViewPr>
  <p:outlineViewPr>
    <p:cViewPr>
      <p:scale>
        <a:sx n="33" d="100"/>
        <a:sy n="33" d="100"/>
      </p:scale>
      <p:origin x="0" y="-19171"/>
    </p:cViewPr>
  </p:outlineViewPr>
  <p:notesTextViewPr>
    <p:cViewPr>
      <p:scale>
        <a:sx n="125" d="100"/>
        <a:sy n="125"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customXml" Target="../customXml/item1.xml"/><Relationship Id="rId21" Type="http://schemas.openxmlformats.org/officeDocument/2006/relationships/slide" Target="slides/slide19.xml"/><Relationship Id="rId34" Type="http://schemas.openxmlformats.org/officeDocument/2006/relationships/commentAuthors" Target="commentAuthor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customXml" Target="../customXml/item3.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37" Type="http://schemas.openxmlformats.org/officeDocument/2006/relationships/theme" Target="theme/theme1.xml"/><Relationship Id="rId40" Type="http://schemas.openxmlformats.org/officeDocument/2006/relationships/customXml" Target="../customXml/item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handoutMaster" Target="handoutMasters/handoutMaster1.xml"/><Relationship Id="rId3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885CB01-6679-D646-ACB3-8B04B786C15F}" type="datetimeFigureOut">
              <a:rPr lang="en-US" smtClean="0"/>
              <a:t>10/22/2021</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82AC0F4D-8A6F-1C4A-B6BF-1558431E4F79}" type="slidenum">
              <a:rPr lang="en-US" smtClean="0"/>
              <a:t>‹#›</a:t>
            </a:fld>
            <a:endParaRPr lang="en-US"/>
          </a:p>
        </p:txBody>
      </p:sp>
    </p:spTree>
    <p:extLst>
      <p:ext uri="{BB962C8B-B14F-4D97-AF65-F5344CB8AC3E}">
        <p14:creationId xmlns:p14="http://schemas.microsoft.com/office/powerpoint/2010/main" val="35540630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Shape 3"/>
          <p:cNvSpPr txBox="1">
            <a:spLocks noGrp="1"/>
          </p:cNvSpPr>
          <p:nvPr>
            <p:ph type="hdr" idx="2"/>
          </p:nvPr>
        </p:nvSpPr>
        <p:spPr>
          <a:xfrm>
            <a:off x="0" y="0"/>
            <a:ext cx="2971799" cy="457200"/>
          </a:xfrm>
          <a:prstGeom prst="rect">
            <a:avLst/>
          </a:prstGeom>
          <a:noFill/>
          <a:ln>
            <a:noFill/>
          </a:ln>
        </p:spPr>
        <p:txBody>
          <a:bodyPr lIns="91425" tIns="91425" rIns="91425" bIns="91425" anchor="t"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 name="Shape 4"/>
          <p:cNvSpPr txBox="1">
            <a:spLocks noGrp="1"/>
          </p:cNvSpPr>
          <p:nvPr>
            <p:ph type="dt" idx="10"/>
          </p:nvPr>
        </p:nvSpPr>
        <p:spPr>
          <a:xfrm>
            <a:off x="3884612" y="0"/>
            <a:ext cx="2971799" cy="457200"/>
          </a:xfrm>
          <a:prstGeom prst="rect">
            <a:avLst/>
          </a:prstGeom>
          <a:noFill/>
          <a:ln>
            <a:noFill/>
          </a:ln>
        </p:spPr>
        <p:txBody>
          <a:bodyPr lIns="91425" tIns="91425" rIns="91425" bIns="91425" anchor="t" anchorCtr="0"/>
          <a:lstStyle>
            <a:lvl1pPr marL="0" marR="0" lvl="0" indent="0" algn="r"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5" name="Shape 5"/>
          <p:cNvSpPr>
            <a:spLocks noGrp="1" noRot="1" noChangeAspect="1"/>
          </p:cNvSpPr>
          <p:nvPr>
            <p:ph type="sldImg" idx="3"/>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6" name="Shape 6"/>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200" b="0" i="0" u="none" strike="noStrike" cap="none">
                <a:solidFill>
                  <a:schemeClr val="dk1"/>
                </a:solidFill>
                <a:latin typeface="Arial"/>
                <a:ea typeface="Arial"/>
                <a:cs typeface="Arial"/>
                <a:sym typeface="Arial"/>
              </a:defRPr>
            </a:lvl2pPr>
            <a:lvl3pPr marL="914400" marR="0" lvl="2" indent="0" algn="l" rtl="0">
              <a:spcBef>
                <a:spcPts val="0"/>
              </a:spcBef>
              <a:buNone/>
              <a:defRPr sz="1200" b="0" i="0" u="none" strike="noStrike" cap="none">
                <a:solidFill>
                  <a:schemeClr val="dk1"/>
                </a:solidFill>
                <a:latin typeface="Arial"/>
                <a:ea typeface="Arial"/>
                <a:cs typeface="Arial"/>
                <a:sym typeface="Arial"/>
              </a:defRPr>
            </a:lvl3pPr>
            <a:lvl4pPr marL="1371600" marR="0" lvl="3" indent="0" algn="l" rtl="0">
              <a:spcBef>
                <a:spcPts val="0"/>
              </a:spcBef>
              <a:buNone/>
              <a:defRPr sz="1200" b="0" i="0" u="none" strike="noStrike" cap="none">
                <a:solidFill>
                  <a:schemeClr val="dk1"/>
                </a:solidFill>
                <a:latin typeface="Arial"/>
                <a:ea typeface="Arial"/>
                <a:cs typeface="Arial"/>
                <a:sym typeface="Arial"/>
              </a:defRPr>
            </a:lvl4pPr>
            <a:lvl5pPr marL="1828800" marR="0" lvl="4" indent="0" algn="l" rtl="0">
              <a:spcBef>
                <a:spcPts val="0"/>
              </a:spcBef>
              <a:buNone/>
              <a:defRPr sz="1200" b="0" i="0" u="none" strike="noStrike" cap="none">
                <a:solidFill>
                  <a:schemeClr val="dk1"/>
                </a:solidFill>
                <a:latin typeface="Arial"/>
                <a:ea typeface="Arial"/>
                <a:cs typeface="Arial"/>
                <a:sym typeface="Arial"/>
              </a:defRPr>
            </a:lvl5pPr>
            <a:lvl6pPr marL="2286000" marR="0" lvl="5" indent="0" algn="l" rtl="0">
              <a:spcBef>
                <a:spcPts val="0"/>
              </a:spcBef>
              <a:buNone/>
              <a:defRPr sz="1200" b="0" i="0" u="none" strike="noStrike" cap="none">
                <a:solidFill>
                  <a:schemeClr val="dk1"/>
                </a:solidFill>
                <a:latin typeface="Arial"/>
                <a:ea typeface="Arial"/>
                <a:cs typeface="Arial"/>
                <a:sym typeface="Arial"/>
              </a:defRPr>
            </a:lvl6pPr>
            <a:lvl7pPr marL="2743200" marR="0" lvl="6" indent="0" algn="l" rtl="0">
              <a:spcBef>
                <a:spcPts val="0"/>
              </a:spcBef>
              <a:buNone/>
              <a:defRPr sz="1200" b="0" i="0" u="none" strike="noStrike" cap="none">
                <a:solidFill>
                  <a:schemeClr val="dk1"/>
                </a:solidFill>
                <a:latin typeface="Arial"/>
                <a:ea typeface="Arial"/>
                <a:cs typeface="Arial"/>
                <a:sym typeface="Arial"/>
              </a:defRPr>
            </a:lvl7pPr>
            <a:lvl8pPr marL="3200400" marR="0" lvl="7" indent="0" algn="l" rtl="0">
              <a:spcBef>
                <a:spcPts val="0"/>
              </a:spcBef>
              <a:buNone/>
              <a:defRPr sz="1200" b="0" i="0" u="none" strike="noStrike" cap="none">
                <a:solidFill>
                  <a:schemeClr val="dk1"/>
                </a:solidFill>
                <a:latin typeface="Arial"/>
                <a:ea typeface="Arial"/>
                <a:cs typeface="Arial"/>
                <a:sym typeface="Arial"/>
              </a:defRPr>
            </a:lvl8pPr>
            <a:lvl9pPr marL="3657600" marR="0" lvl="8" indent="0" algn="l" rtl="0">
              <a:spcBef>
                <a:spcPts val="0"/>
              </a:spcBef>
              <a:buNone/>
              <a:defRPr sz="1200" b="0" i="0" u="none" strike="noStrike" cap="none">
                <a:solidFill>
                  <a:schemeClr val="dk1"/>
                </a:solidFill>
                <a:latin typeface="Arial"/>
                <a:ea typeface="Arial"/>
                <a:cs typeface="Arial"/>
                <a:sym typeface="Arial"/>
              </a:defRPr>
            </a:lvl9pPr>
          </a:lstStyle>
          <a:p>
            <a:endParaRPr/>
          </a:p>
        </p:txBody>
      </p:sp>
      <p:sp>
        <p:nvSpPr>
          <p:cNvPr id="7" name="Shape 7"/>
          <p:cNvSpPr txBox="1">
            <a:spLocks noGrp="1"/>
          </p:cNvSpPr>
          <p:nvPr>
            <p:ph type="ftr" idx="11"/>
          </p:nvPr>
        </p:nvSpPr>
        <p:spPr>
          <a:xfrm>
            <a:off x="0" y="8685213"/>
            <a:ext cx="2971799" cy="457200"/>
          </a:xfrm>
          <a:prstGeom prst="rect">
            <a:avLst/>
          </a:prstGeom>
          <a:noFill/>
          <a:ln>
            <a:noFill/>
          </a:ln>
        </p:spPr>
        <p:txBody>
          <a:bodyPr lIns="91425" tIns="91425" rIns="91425" bIns="91425" anchor="b"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8" name="Shape 8"/>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b="0" i="0" u="none" strike="noStrike" cap="none">
                <a:solidFill>
                  <a:schemeClr val="dk1"/>
                </a:solidFill>
                <a:latin typeface="Arial"/>
                <a:ea typeface="Arial"/>
                <a:cs typeface="Arial"/>
                <a:sym typeface="Arial"/>
              </a:rPr>
              <a:t>‹#›</a:t>
            </a:fld>
            <a:endParaRPr lang="en-US"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2457102709"/>
      </p:ext>
    </p:extLst>
  </p:cSld>
  <p:clrMap bg1="lt1" tx1="dk1" bg2="dk2" tx2="lt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cap="none" dirty="0">
                <a:solidFill>
                  <a:schemeClr val="dk1"/>
                </a:solidFill>
                <a:latin typeface="Arial"/>
                <a:ea typeface="Arial"/>
                <a:cs typeface="Arial"/>
                <a:sym typeface="Arial"/>
              </a:rPr>
              <a:t>If this PowerPoint presentation contains mathematical equations, you may need to check that your computer has the following installed:</a:t>
            </a:r>
          </a:p>
          <a:p>
            <a:r>
              <a:rPr lang="en-US" sz="1200" b="0" i="0" u="none" strike="noStrike" kern="1200" cap="none" dirty="0">
                <a:solidFill>
                  <a:schemeClr val="dk1"/>
                </a:solidFill>
                <a:latin typeface="Arial"/>
                <a:ea typeface="Arial"/>
                <a:cs typeface="Arial"/>
                <a:sym typeface="Arial"/>
              </a:rPr>
              <a:t>1) Math Type Plugin</a:t>
            </a:r>
          </a:p>
          <a:p>
            <a:r>
              <a:rPr lang="en-US" sz="1200" b="0" i="0" u="none" strike="noStrike" kern="1200" cap="none" dirty="0">
                <a:solidFill>
                  <a:schemeClr val="dk1"/>
                </a:solidFill>
                <a:latin typeface="Arial"/>
                <a:ea typeface="Arial"/>
                <a:cs typeface="Arial"/>
                <a:sym typeface="Arial"/>
              </a:rPr>
              <a:t>2) Math Player (free versions available)</a:t>
            </a:r>
          </a:p>
          <a:p>
            <a:r>
              <a:rPr lang="en-US" sz="1200" b="0" i="0" u="none" strike="noStrike" kern="1200" cap="none" dirty="0">
                <a:solidFill>
                  <a:schemeClr val="dk1"/>
                </a:solidFill>
                <a:latin typeface="Arial"/>
                <a:ea typeface="Arial"/>
                <a:cs typeface="Arial"/>
                <a:sym typeface="Arial"/>
              </a:rPr>
              <a:t>3) NVDA Reader (free versions available)</a:t>
            </a:r>
            <a:endParaRPr lang="en-US" dirty="0"/>
          </a:p>
        </p:txBody>
      </p:sp>
      <p:sp>
        <p:nvSpPr>
          <p:cNvPr id="4" name="Slide Number Placeholder 3"/>
          <p:cNvSpPr>
            <a:spLocks noGrp="1"/>
          </p:cNvSpPr>
          <p:nvPr>
            <p:ph type="sldNum" idx="10"/>
          </p:nvPr>
        </p:nvSpPr>
        <p:spPr/>
        <p:txBody>
          <a:bodyPr/>
          <a:lstStyle/>
          <a:p>
            <a:pPr marL="0" marR="0" lvl="0" indent="0" algn="r" rtl="0">
              <a:spcBef>
                <a:spcPts val="0"/>
              </a:spcBef>
              <a:buSzPct val="25000"/>
              <a:buNone/>
            </a:pPr>
            <a:fld id="{00000000-1234-1234-1234-123412341234}" type="slidenum">
              <a:rPr lang="en-US" sz="1200" b="0" i="0" u="none" strike="noStrike" cap="none" smtClean="0">
                <a:solidFill>
                  <a:schemeClr val="dk1"/>
                </a:solidFill>
                <a:latin typeface="Arial"/>
                <a:ea typeface="Arial"/>
                <a:cs typeface="Arial"/>
                <a:sym typeface="Arial"/>
              </a:rPr>
              <a:t>1</a:t>
            </a:fld>
            <a:endParaRPr lang="en-US"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17502984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Shape 17"/>
        <p:cNvGrpSpPr/>
        <p:nvPr/>
      </p:nvGrpSpPr>
      <p:grpSpPr>
        <a:xfrm>
          <a:off x="0" y="0"/>
          <a:ext cx="0" cy="0"/>
          <a:chOff x="0" y="0"/>
          <a:chExt cx="0" cy="0"/>
        </a:xfrm>
      </p:grpSpPr>
      <p:sp>
        <p:nvSpPr>
          <p:cNvPr id="18" name="Shape 18"/>
          <p:cNvSpPr/>
          <p:nvPr/>
        </p:nvSpPr>
        <p:spPr>
          <a:xfrm>
            <a:off x="0" y="0"/>
            <a:ext cx="9144000" cy="3886200"/>
          </a:xfrm>
          <a:prstGeom prst="rect">
            <a:avLst/>
          </a:prstGeom>
          <a:solidFill>
            <a:srgbClr val="007FA3"/>
          </a:solidFill>
          <a:ln w="25400" cap="flat" cmpd="sng">
            <a:solidFill>
              <a:srgbClr val="007FA3"/>
            </a:solidFill>
            <a:prstDash val="solid"/>
            <a:round/>
            <a:headEnd type="none" w="med" len="med"/>
            <a:tailEnd type="none" w="med" len="med"/>
          </a:ln>
        </p:spPr>
        <p:txBody>
          <a:bodyPr lIns="91425" tIns="45700" rIns="91425" bIns="45700" anchor="ctr" anchorCtr="0">
            <a:noAutofit/>
          </a:bodyPr>
          <a:lstStyle/>
          <a:p>
            <a:pPr marL="0" marR="0" lvl="0" indent="0" algn="ctr" rtl="0">
              <a:spcBef>
                <a:spcPts val="0"/>
              </a:spcBef>
              <a:buNone/>
            </a:pPr>
            <a:endParaRPr sz="1800" b="0" i="0" u="none" strike="noStrike" cap="none">
              <a:solidFill>
                <a:schemeClr val="lt1"/>
              </a:solidFill>
              <a:latin typeface="Arial"/>
              <a:ea typeface="Arial"/>
              <a:cs typeface="Arial"/>
              <a:sym typeface="Arial"/>
            </a:endParaRPr>
          </a:p>
        </p:txBody>
      </p:sp>
      <p:sp>
        <p:nvSpPr>
          <p:cNvPr id="19" name="Shape 19"/>
          <p:cNvSpPr txBox="1">
            <a:spLocks noGrp="1"/>
          </p:cNvSpPr>
          <p:nvPr>
            <p:ph type="ctrTitle"/>
          </p:nvPr>
        </p:nvSpPr>
        <p:spPr>
          <a:xfrm>
            <a:off x="685800" y="762000"/>
            <a:ext cx="7772400" cy="2838451"/>
          </a:xfrm>
          <a:prstGeom prst="rect">
            <a:avLst/>
          </a:prstGeom>
          <a:noFill/>
          <a:ln>
            <a:noFill/>
          </a:ln>
        </p:spPr>
        <p:txBody>
          <a:bodyPr lIns="91425" tIns="91425" rIns="91425" bIns="91425" anchor="b" anchorCtr="0"/>
          <a:lstStyle>
            <a:lvl1pPr marL="0" marR="0" lvl="0" indent="0" algn="l" rtl="0">
              <a:lnSpc>
                <a:spcPct val="100000"/>
              </a:lnSpc>
              <a:spcBef>
                <a:spcPts val="0"/>
              </a:spcBef>
              <a:buClr>
                <a:schemeClr val="lt1"/>
              </a:buClr>
              <a:buFont typeface="Times New Roman"/>
              <a:buNone/>
              <a:defRPr sz="3600" b="1" i="0" u="none" strike="noStrike" cap="none">
                <a:solidFill>
                  <a:schemeClr val="lt1"/>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20" name="Shape 20"/>
          <p:cNvSpPr txBox="1">
            <a:spLocks noGrp="1"/>
          </p:cNvSpPr>
          <p:nvPr>
            <p:ph type="subTitle" idx="1"/>
          </p:nvPr>
        </p:nvSpPr>
        <p:spPr>
          <a:xfrm>
            <a:off x="674687" y="3962400"/>
            <a:ext cx="7794625" cy="175260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1800" b="0" i="0" u="none" strike="noStrike" cap="none">
                <a:solidFill>
                  <a:schemeClr val="dk1"/>
                </a:solidFill>
                <a:latin typeface="Arial"/>
                <a:ea typeface="Arial"/>
                <a:cs typeface="Arial"/>
                <a:sym typeface="Arial"/>
              </a:defRPr>
            </a:lvl1pPr>
            <a:lvl2pPr marL="457200" marR="0" lvl="1" indent="0" algn="ctr" rtl="0">
              <a:spcBef>
                <a:spcPts val="600"/>
              </a:spcBef>
              <a:buClr>
                <a:srgbClr val="007FA3"/>
              </a:buClr>
              <a:buFont typeface="Arial"/>
              <a:buNone/>
              <a:defRPr sz="1600" b="0" i="0" u="none" strike="noStrike" cap="none">
                <a:solidFill>
                  <a:srgbClr val="888888"/>
                </a:solidFill>
                <a:latin typeface="Arial"/>
                <a:ea typeface="Arial"/>
                <a:cs typeface="Arial"/>
                <a:sym typeface="Arial"/>
              </a:defRPr>
            </a:lvl2pPr>
            <a:lvl3pPr marL="914400" marR="0" lvl="2" indent="0" algn="ctr" rtl="0">
              <a:spcBef>
                <a:spcPts val="600"/>
              </a:spcBef>
              <a:buClr>
                <a:srgbClr val="007FA3"/>
              </a:buClr>
              <a:buFont typeface="Noto Sans Symbols"/>
              <a:buNone/>
              <a:defRPr sz="1600" b="0" i="0" u="none" strike="noStrike" cap="none">
                <a:solidFill>
                  <a:srgbClr val="888888"/>
                </a:solidFill>
                <a:latin typeface="Arial"/>
                <a:ea typeface="Arial"/>
                <a:cs typeface="Arial"/>
                <a:sym typeface="Arial"/>
              </a:defRPr>
            </a:lvl3pPr>
            <a:lvl4pPr marL="1371600" marR="0" lvl="3" indent="0" algn="ctr" rtl="0">
              <a:spcBef>
                <a:spcPts val="600"/>
              </a:spcBef>
              <a:buClr>
                <a:srgbClr val="007FA3"/>
              </a:buClr>
              <a:buFont typeface="Arial"/>
              <a:buNone/>
              <a:defRPr sz="1600" b="0" i="0" u="none" strike="noStrike" cap="none">
                <a:solidFill>
                  <a:srgbClr val="888888"/>
                </a:solidFill>
                <a:latin typeface="Arial"/>
                <a:ea typeface="Arial"/>
                <a:cs typeface="Arial"/>
                <a:sym typeface="Arial"/>
              </a:defRPr>
            </a:lvl4pPr>
            <a:lvl5pPr marL="1828800" marR="0" lvl="4" indent="0" algn="ctr" rtl="0">
              <a:spcBef>
                <a:spcPts val="600"/>
              </a:spcBef>
              <a:buClr>
                <a:srgbClr val="007FA3"/>
              </a:buClr>
              <a:buFont typeface="Arial"/>
              <a:buNone/>
              <a:defRPr sz="1600" b="0" i="0" u="none" strike="noStrike" cap="none">
                <a:solidFill>
                  <a:srgbClr val="888888"/>
                </a:solidFill>
                <a:latin typeface="Arial"/>
                <a:ea typeface="Arial"/>
                <a:cs typeface="Arial"/>
                <a:sym typeface="Arial"/>
              </a:defRPr>
            </a:lvl5pPr>
            <a:lvl6pPr marL="2286000" marR="0" lvl="5" indent="0" algn="ctr" rtl="0">
              <a:spcBef>
                <a:spcPts val="300"/>
              </a:spcBef>
              <a:buClr>
                <a:srgbClr val="007FA3"/>
              </a:buClr>
              <a:buFont typeface="Arial"/>
              <a:buNone/>
              <a:defRPr sz="1600" b="0" i="0" u="none" strike="noStrike" cap="none">
                <a:solidFill>
                  <a:srgbClr val="888888"/>
                </a:solidFill>
                <a:latin typeface="Arial"/>
                <a:ea typeface="Arial"/>
                <a:cs typeface="Arial"/>
                <a:sym typeface="Arial"/>
              </a:defRPr>
            </a:lvl6pPr>
            <a:lvl7pPr marL="2743200" marR="0" lvl="6" indent="0" algn="ctr" rtl="0">
              <a:spcBef>
                <a:spcPts val="300"/>
              </a:spcBef>
              <a:buClr>
                <a:srgbClr val="007FA3"/>
              </a:buClr>
              <a:buFont typeface="Arial"/>
              <a:buNone/>
              <a:defRPr sz="1600" b="0" i="0" u="none" strike="noStrike" cap="none">
                <a:solidFill>
                  <a:srgbClr val="888888"/>
                </a:solidFill>
                <a:latin typeface="Arial"/>
                <a:ea typeface="Arial"/>
                <a:cs typeface="Arial"/>
                <a:sym typeface="Arial"/>
              </a:defRPr>
            </a:lvl7pPr>
            <a:lvl8pPr marL="3200400" marR="0" lvl="7" indent="0" algn="ctr" rtl="0">
              <a:spcBef>
                <a:spcPts val="300"/>
              </a:spcBef>
              <a:buClr>
                <a:srgbClr val="007FA3"/>
              </a:buClr>
              <a:buFont typeface="Arial"/>
              <a:buNone/>
              <a:defRPr sz="1600" b="0" i="0" u="none" strike="noStrike" cap="none">
                <a:solidFill>
                  <a:srgbClr val="888888"/>
                </a:solidFill>
                <a:latin typeface="Arial"/>
                <a:ea typeface="Arial"/>
                <a:cs typeface="Arial"/>
                <a:sym typeface="Arial"/>
              </a:defRPr>
            </a:lvl8pPr>
            <a:lvl9pPr marL="3657600" marR="0" lvl="8" indent="0" algn="ctr" rtl="0">
              <a:spcBef>
                <a:spcPts val="300"/>
              </a:spcBef>
              <a:buClr>
                <a:srgbClr val="007FA3"/>
              </a:buClr>
              <a:buFont typeface="Arial"/>
              <a:buNone/>
              <a:defRPr sz="1600" b="0" i="0" u="none" strike="noStrike" cap="none">
                <a:solidFill>
                  <a:srgbClr val="888888"/>
                </a:solidFill>
                <a:latin typeface="Arial"/>
                <a:ea typeface="Arial"/>
                <a:cs typeface="Arial"/>
                <a:sym typeface="Arial"/>
              </a:defRPr>
            </a:lvl9pPr>
          </a:lstStyle>
          <a:p>
            <a:endParaRPr dirty="0"/>
          </a:p>
        </p:txBody>
      </p:sp>
      <p:sp>
        <p:nvSpPr>
          <p:cNvPr id="21" name="Shape 21"/>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dirty="0"/>
          </a:p>
        </p:txBody>
      </p:sp>
      <p:sp>
        <p:nvSpPr>
          <p:cNvPr id="22" name="Shape 22"/>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23" name="Shape 23"/>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32457349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igure + Caption">
    <p:spTree>
      <p:nvGrpSpPr>
        <p:cNvPr id="1" name="Shape 53"/>
        <p:cNvGrpSpPr/>
        <p:nvPr/>
      </p:nvGrpSpPr>
      <p:grpSpPr>
        <a:xfrm>
          <a:off x="0" y="0"/>
          <a:ext cx="0" cy="0"/>
          <a:chOff x="0" y="0"/>
          <a:chExt cx="0" cy="0"/>
        </a:xfrm>
      </p:grpSpPr>
      <p:sp>
        <p:nvSpPr>
          <p:cNvPr id="54" name="Shape 54"/>
          <p:cNvSpPr txBox="1">
            <a:spLocks noGrp="1"/>
          </p:cNvSpPr>
          <p:nvPr>
            <p:ph type="title"/>
          </p:nvPr>
        </p:nvSpPr>
        <p:spPr>
          <a:xfrm>
            <a:off x="457200" y="228600"/>
            <a:ext cx="8229600" cy="1066799"/>
          </a:xfrm>
          <a:prstGeom prst="rect">
            <a:avLst/>
          </a:prstGeom>
          <a:noFill/>
          <a:ln>
            <a:noFill/>
          </a:ln>
        </p:spPr>
        <p:txBody>
          <a:bodyPr lIns="91425" tIns="91425" rIns="91425" bIns="91425" anchor="t"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55" name="Shape 55"/>
          <p:cNvSpPr txBox="1">
            <a:spLocks noGrp="1"/>
          </p:cNvSpPr>
          <p:nvPr>
            <p:ph type="body" idx="1"/>
          </p:nvPr>
        </p:nvSpPr>
        <p:spPr>
          <a:xfrm>
            <a:off x="457200" y="5368160"/>
            <a:ext cx="8229600" cy="916856"/>
          </a:xfrm>
          <a:prstGeom prst="rect">
            <a:avLst/>
          </a:prstGeom>
          <a:noFill/>
          <a:ln>
            <a:noFill/>
          </a:ln>
        </p:spPr>
        <p:txBody>
          <a:bodyPr lIns="91425" tIns="91425" rIns="91425" bIns="91425" anchor="b" anchorCtr="0"/>
          <a:lstStyle>
            <a:lvl1pPr marL="0" marR="0" lvl="0" indent="0" algn="l" rtl="0">
              <a:spcBef>
                <a:spcPts val="0"/>
              </a:spcBef>
              <a:buClr>
                <a:srgbClr val="007FA3"/>
              </a:buClr>
              <a:buFont typeface="Arial"/>
              <a:buNone/>
              <a:defRPr sz="8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16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9pPr>
          </a:lstStyle>
          <a:p>
            <a:endParaRPr/>
          </a:p>
        </p:txBody>
      </p:sp>
      <p:sp>
        <p:nvSpPr>
          <p:cNvPr id="56" name="Shape 56"/>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57" name="Shape 57"/>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58" name="Shape 58"/>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dk1"/>
                </a:solidFill>
                <a:latin typeface="Arial"/>
                <a:ea typeface="Arial"/>
                <a:cs typeface="Arial"/>
                <a:sym typeface="Arial"/>
              </a:rPr>
              <a:t>‹#›</a:t>
            </a:fld>
            <a:endParaRPr lang="en-US" sz="9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28263026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Content">
    <p:spTree>
      <p:nvGrpSpPr>
        <p:cNvPr id="1" name="Shape 24"/>
        <p:cNvGrpSpPr/>
        <p:nvPr/>
      </p:nvGrpSpPr>
      <p:grpSpPr>
        <a:xfrm>
          <a:off x="0" y="0"/>
          <a:ext cx="0" cy="0"/>
          <a:chOff x="0" y="0"/>
          <a:chExt cx="0" cy="0"/>
        </a:xfrm>
      </p:grpSpPr>
      <p:sp>
        <p:nvSpPr>
          <p:cNvPr id="25" name="Title 1"/>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26" name="Content Placeholder"/>
          <p:cNvSpPr txBox="1">
            <a:spLocks noGrp="1"/>
          </p:cNvSpPr>
          <p:nvPr>
            <p:ph type="body" idx="1"/>
          </p:nvPr>
        </p:nvSpPr>
        <p:spPr>
          <a:xfrm>
            <a:off x="457200" y="1600200"/>
            <a:ext cx="8229600" cy="4525963"/>
          </a:xfrm>
          <a:prstGeom prst="rect">
            <a:avLst/>
          </a:prstGeom>
          <a:noFill/>
          <a:ln>
            <a:noFill/>
          </a:ln>
        </p:spPr>
        <p:txBody>
          <a:bodyPr lIns="91425" tIns="91425" rIns="91425" bIns="91425" anchor="t" anchorCtr="0"/>
          <a:lstStyle>
            <a:lvl1pPr marL="255600" marR="0" lvl="0" indent="-255600" algn="l" rtl="0">
              <a:spcBef>
                <a:spcPts val="1500"/>
              </a:spcBef>
              <a:buClr>
                <a:srgbClr val="007FA3"/>
              </a:buClr>
              <a:buSzPct val="100000"/>
              <a:buFont typeface="Arial" panose="020B0604020202020204" pitchFamily="34" charset="0"/>
              <a:buChar char="•"/>
              <a:tabLst>
                <a:tab pos="176213" algn="l"/>
              </a:tabLst>
              <a:defRPr sz="1600" b="0" i="0" u="none" strike="noStrike" cap="none">
                <a:solidFill>
                  <a:schemeClr val="dk1"/>
                </a:solidFill>
                <a:latin typeface="Arial"/>
                <a:ea typeface="Arial"/>
                <a:cs typeface="Arial"/>
                <a:sym typeface="Arial"/>
              </a:defRPr>
            </a:lvl1pPr>
            <a:lvl2pPr marL="742950" marR="0" lvl="1" indent="-283464"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2286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lang="en-IN" dirty="0"/>
          </a:p>
          <a:p>
            <a:pPr lvl="1"/>
            <a:endParaRPr lang="en-IN" dirty="0"/>
          </a:p>
          <a:p>
            <a:pPr lvl="2"/>
            <a:endParaRPr lang="en-IN"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Shape 24"/>
        <p:cNvGrpSpPr/>
        <p:nvPr/>
      </p:nvGrpSpPr>
      <p:grpSpPr>
        <a:xfrm>
          <a:off x="0" y="0"/>
          <a:ext cx="0" cy="0"/>
          <a:chOff x="0" y="0"/>
          <a:chExt cx="0" cy="0"/>
        </a:xfrm>
      </p:grpSpPr>
      <p:sp>
        <p:nvSpPr>
          <p:cNvPr id="25" name="Title 1"/>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3" name="Content Placeholder 2">
            <a:extLst>
              <a:ext uri="{FF2B5EF4-FFF2-40B4-BE49-F238E27FC236}">
                <a16:creationId xmlns:a16="http://schemas.microsoft.com/office/drawing/2014/main" id="{64CBB54A-3ADF-4B42-A676-D66841A7CBE6}"/>
              </a:ext>
            </a:extLst>
          </p:cNvPr>
          <p:cNvSpPr>
            <a:spLocks noGrp="1"/>
          </p:cNvSpPr>
          <p:nvPr>
            <p:ph sz="quarter" idx="10"/>
          </p:nvPr>
        </p:nvSpPr>
        <p:spPr>
          <a:xfrm>
            <a:off x="1811338" y="2033588"/>
            <a:ext cx="4418012" cy="1395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143D67E2-7630-4A76-8A6E-4D3A9AF910FD}"/>
              </a:ext>
            </a:extLst>
          </p:cNvPr>
          <p:cNvSpPr>
            <a:spLocks noGrp="1"/>
          </p:cNvSpPr>
          <p:nvPr>
            <p:ph type="pic" sz="quarter" idx="11"/>
          </p:nvPr>
        </p:nvSpPr>
        <p:spPr>
          <a:xfrm>
            <a:off x="2127250" y="4149725"/>
            <a:ext cx="4418013" cy="1200150"/>
          </a:xfrm>
        </p:spPr>
        <p:txBody>
          <a:bodyPr/>
          <a:lstStyle/>
          <a:p>
            <a:endParaRPr lang="en-US"/>
          </a:p>
        </p:txBody>
      </p:sp>
    </p:spTree>
    <p:extLst>
      <p:ext uri="{BB962C8B-B14F-4D97-AF65-F5344CB8AC3E}">
        <p14:creationId xmlns:p14="http://schemas.microsoft.com/office/powerpoint/2010/main" val="2070883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5 Content">
    <p:spTree>
      <p:nvGrpSpPr>
        <p:cNvPr id="1" name="Shape 24"/>
        <p:cNvGrpSpPr/>
        <p:nvPr/>
      </p:nvGrpSpPr>
      <p:grpSpPr>
        <a:xfrm>
          <a:off x="0" y="0"/>
          <a:ext cx="0" cy="0"/>
          <a:chOff x="0" y="0"/>
          <a:chExt cx="0" cy="0"/>
        </a:xfrm>
      </p:grpSpPr>
      <p:sp>
        <p:nvSpPr>
          <p:cNvPr id="25" name="Title 1"/>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26" name="Content Placeholder 1"/>
          <p:cNvSpPr txBox="1">
            <a:spLocks noGrp="1"/>
          </p:cNvSpPr>
          <p:nvPr>
            <p:ph type="body" idx="1"/>
          </p:nvPr>
        </p:nvSpPr>
        <p:spPr>
          <a:xfrm>
            <a:off x="457200" y="1600201"/>
            <a:ext cx="8229600" cy="533400"/>
          </a:xfrm>
          <a:prstGeom prst="rect">
            <a:avLst/>
          </a:prstGeom>
          <a:noFill/>
          <a:ln>
            <a:noFill/>
          </a:ln>
        </p:spPr>
        <p:txBody>
          <a:bodyPr lIns="91425" tIns="91425" rIns="91425" bIns="91425" anchor="t" anchorCtr="0"/>
          <a:lstStyle>
            <a:lvl1pPr marL="255600" marR="0" lvl="0" indent="-255600" algn="l" rtl="0">
              <a:spcBef>
                <a:spcPts val="1500"/>
              </a:spcBef>
              <a:buClr>
                <a:srgbClr val="007FA3"/>
              </a:buClr>
              <a:buSzPct val="100000"/>
              <a:buFont typeface="Arial" panose="020B0604020202020204" pitchFamily="34" charset="0"/>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lang="en-IN" dirty="0"/>
          </a:p>
        </p:txBody>
      </p:sp>
      <p:sp>
        <p:nvSpPr>
          <p:cNvPr id="3" name="Content Placeholder 2"/>
          <p:cNvSpPr>
            <a:spLocks noGrp="1"/>
          </p:cNvSpPr>
          <p:nvPr>
            <p:ph sz="quarter" idx="13"/>
          </p:nvPr>
        </p:nvSpPr>
        <p:spPr>
          <a:xfrm>
            <a:off x="457200" y="2278063"/>
            <a:ext cx="8229600" cy="558800"/>
          </a:xfrm>
        </p:spPr>
        <p:txBody>
          <a:bodyPr/>
          <a:lstStyle>
            <a:lvl1pPr indent="-255600">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5" name="Content Placeholder 4"/>
          <p:cNvSpPr>
            <a:spLocks noGrp="1"/>
          </p:cNvSpPr>
          <p:nvPr>
            <p:ph sz="quarter" idx="14"/>
          </p:nvPr>
        </p:nvSpPr>
        <p:spPr>
          <a:xfrm>
            <a:off x="457200" y="2954338"/>
            <a:ext cx="8232775" cy="609600"/>
          </a:xfrm>
        </p:spPr>
        <p:txBody>
          <a:bodyPr/>
          <a:lstStyle>
            <a:lvl1pPr indent="-255600">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7" name="Content Placeholder 6"/>
          <p:cNvSpPr>
            <a:spLocks noGrp="1"/>
          </p:cNvSpPr>
          <p:nvPr>
            <p:ph sz="quarter" idx="15"/>
          </p:nvPr>
        </p:nvSpPr>
        <p:spPr>
          <a:xfrm>
            <a:off x="457200" y="3733800"/>
            <a:ext cx="8229600" cy="550863"/>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9" name="Content Placeholder 8"/>
          <p:cNvSpPr>
            <a:spLocks noGrp="1"/>
          </p:cNvSpPr>
          <p:nvPr>
            <p:ph sz="quarter" idx="16"/>
          </p:nvPr>
        </p:nvSpPr>
        <p:spPr>
          <a:xfrm>
            <a:off x="457200" y="4427538"/>
            <a:ext cx="8229600" cy="652462"/>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11" name="Content Placeholder 10"/>
          <p:cNvSpPr>
            <a:spLocks noGrp="1"/>
          </p:cNvSpPr>
          <p:nvPr>
            <p:ph sz="quarter" idx="17"/>
          </p:nvPr>
        </p:nvSpPr>
        <p:spPr>
          <a:xfrm>
            <a:off x="457200" y="5181600"/>
            <a:ext cx="8229600" cy="500063"/>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Tree>
    <p:extLst>
      <p:ext uri="{BB962C8B-B14F-4D97-AF65-F5344CB8AC3E}">
        <p14:creationId xmlns:p14="http://schemas.microsoft.com/office/powerpoint/2010/main" val="34289802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Title and 5 Content">
    <p:spTree>
      <p:nvGrpSpPr>
        <p:cNvPr id="1" name="Shape 24"/>
        <p:cNvGrpSpPr/>
        <p:nvPr/>
      </p:nvGrpSpPr>
      <p:grpSpPr>
        <a:xfrm>
          <a:off x="0" y="0"/>
          <a:ext cx="0" cy="0"/>
          <a:chOff x="0" y="0"/>
          <a:chExt cx="0" cy="0"/>
        </a:xfrm>
      </p:grpSpPr>
      <p:sp>
        <p:nvSpPr>
          <p:cNvPr id="25" name="Title 1"/>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26" name="Content Placeholder 1"/>
          <p:cNvSpPr txBox="1">
            <a:spLocks noGrp="1"/>
          </p:cNvSpPr>
          <p:nvPr>
            <p:ph type="body" idx="1"/>
          </p:nvPr>
        </p:nvSpPr>
        <p:spPr>
          <a:xfrm>
            <a:off x="457200" y="1600201"/>
            <a:ext cx="8229600" cy="533400"/>
          </a:xfrm>
          <a:prstGeom prst="rect">
            <a:avLst/>
          </a:prstGeom>
          <a:noFill/>
          <a:ln>
            <a:noFill/>
          </a:ln>
        </p:spPr>
        <p:txBody>
          <a:bodyPr lIns="91425" tIns="91425" rIns="91425" bIns="91425" anchor="t" anchorCtr="0"/>
          <a:lstStyle>
            <a:lvl1pPr marL="255600" marR="0" lvl="0" indent="-255600" algn="l" rtl="0">
              <a:spcBef>
                <a:spcPts val="1500"/>
              </a:spcBef>
              <a:buClr>
                <a:srgbClr val="007FA3"/>
              </a:buClr>
              <a:buSzPct val="100000"/>
              <a:buFont typeface="Arial" panose="020B0604020202020204" pitchFamily="34" charset="0"/>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lang="en-IN" dirty="0"/>
          </a:p>
        </p:txBody>
      </p:sp>
      <p:sp>
        <p:nvSpPr>
          <p:cNvPr id="3" name="Content Placeholder 2"/>
          <p:cNvSpPr>
            <a:spLocks noGrp="1"/>
          </p:cNvSpPr>
          <p:nvPr>
            <p:ph sz="quarter" idx="13"/>
          </p:nvPr>
        </p:nvSpPr>
        <p:spPr>
          <a:xfrm>
            <a:off x="457200" y="2278063"/>
            <a:ext cx="8229600" cy="558800"/>
          </a:xfrm>
        </p:spPr>
        <p:txBody>
          <a:bodyPr/>
          <a:lstStyle>
            <a:lvl1pPr indent="-255600">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5" name="Content Placeholder 4"/>
          <p:cNvSpPr>
            <a:spLocks noGrp="1"/>
          </p:cNvSpPr>
          <p:nvPr>
            <p:ph sz="quarter" idx="14"/>
          </p:nvPr>
        </p:nvSpPr>
        <p:spPr>
          <a:xfrm>
            <a:off x="457200" y="2954338"/>
            <a:ext cx="8232775" cy="609600"/>
          </a:xfrm>
        </p:spPr>
        <p:txBody>
          <a:bodyPr/>
          <a:lstStyle>
            <a:lvl1pPr indent="-255600">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7" name="Content Placeholder 6"/>
          <p:cNvSpPr>
            <a:spLocks noGrp="1"/>
          </p:cNvSpPr>
          <p:nvPr>
            <p:ph sz="quarter" idx="15"/>
          </p:nvPr>
        </p:nvSpPr>
        <p:spPr>
          <a:xfrm>
            <a:off x="457200" y="3733800"/>
            <a:ext cx="8229600" cy="550863"/>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9" name="Content Placeholder 8"/>
          <p:cNvSpPr>
            <a:spLocks noGrp="1"/>
          </p:cNvSpPr>
          <p:nvPr>
            <p:ph sz="quarter" idx="16"/>
          </p:nvPr>
        </p:nvSpPr>
        <p:spPr>
          <a:xfrm>
            <a:off x="457200" y="4427538"/>
            <a:ext cx="8229600" cy="652462"/>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11" name="Content Placeholder 10"/>
          <p:cNvSpPr>
            <a:spLocks noGrp="1"/>
          </p:cNvSpPr>
          <p:nvPr>
            <p:ph sz="quarter" idx="17"/>
          </p:nvPr>
        </p:nvSpPr>
        <p:spPr>
          <a:xfrm>
            <a:off x="457200" y="5181600"/>
            <a:ext cx="8229600" cy="500063"/>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4" name="Content Placeholder 3"/>
          <p:cNvSpPr>
            <a:spLocks noGrp="1"/>
          </p:cNvSpPr>
          <p:nvPr>
            <p:ph sz="quarter" idx="18"/>
          </p:nvPr>
        </p:nvSpPr>
        <p:spPr>
          <a:xfrm>
            <a:off x="457200" y="5811838"/>
            <a:ext cx="8229600" cy="457200"/>
          </a:xfrm>
        </p:spPr>
        <p:txBody>
          <a:bodyPr/>
          <a:lstStyle>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7"/>
          <p:cNvSpPr>
            <a:spLocks noGrp="1"/>
          </p:cNvSpPr>
          <p:nvPr>
            <p:ph sz="quarter" idx="19"/>
          </p:nvPr>
        </p:nvSpPr>
        <p:spPr>
          <a:xfrm>
            <a:off x="3657601" y="6418263"/>
            <a:ext cx="479834" cy="29845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11"/>
          <p:cNvSpPr>
            <a:spLocks noGrp="1"/>
          </p:cNvSpPr>
          <p:nvPr>
            <p:ph sz="quarter" idx="20"/>
          </p:nvPr>
        </p:nvSpPr>
        <p:spPr>
          <a:xfrm>
            <a:off x="5503863" y="6418263"/>
            <a:ext cx="453317" cy="29845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3"/>
          <p:cNvSpPr>
            <a:spLocks noGrp="1"/>
          </p:cNvSpPr>
          <p:nvPr>
            <p:ph sz="quarter" idx="21"/>
          </p:nvPr>
        </p:nvSpPr>
        <p:spPr>
          <a:xfrm>
            <a:off x="7200900" y="6418263"/>
            <a:ext cx="576027" cy="29845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p:cNvSpPr>
            <a:spLocks noGrp="1"/>
          </p:cNvSpPr>
          <p:nvPr>
            <p:ph sz="quarter" idx="22"/>
          </p:nvPr>
        </p:nvSpPr>
        <p:spPr>
          <a:xfrm flipH="1">
            <a:off x="7976101" y="6418263"/>
            <a:ext cx="778599" cy="29845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447949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Chapter Opener">
    <p:spTree>
      <p:nvGrpSpPr>
        <p:cNvPr id="1" name="Shape 37"/>
        <p:cNvGrpSpPr/>
        <p:nvPr/>
      </p:nvGrpSpPr>
      <p:grpSpPr>
        <a:xfrm>
          <a:off x="0" y="0"/>
          <a:ext cx="0" cy="0"/>
          <a:chOff x="0" y="0"/>
          <a:chExt cx="0" cy="0"/>
        </a:xfrm>
      </p:grpSpPr>
      <p:sp>
        <p:nvSpPr>
          <p:cNvPr id="38" name="Shape 38"/>
          <p:cNvSpPr txBox="1">
            <a:spLocks noGrp="1"/>
          </p:cNvSpPr>
          <p:nvPr>
            <p:ph type="title"/>
          </p:nvPr>
        </p:nvSpPr>
        <p:spPr>
          <a:xfrm>
            <a:off x="457200" y="215371"/>
            <a:ext cx="8229600" cy="622828"/>
          </a:xfrm>
          <a:prstGeom prst="rect">
            <a:avLst/>
          </a:prstGeom>
          <a:noFill/>
          <a:ln>
            <a:noFill/>
          </a:ln>
        </p:spPr>
        <p:txBody>
          <a:bodyPr lIns="91425" tIns="91425" rIns="91425" bIns="91425" anchor="t"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39" name="Shape 39"/>
          <p:cNvSpPr txBox="1">
            <a:spLocks noGrp="1"/>
          </p:cNvSpPr>
          <p:nvPr>
            <p:ph type="body" idx="1"/>
          </p:nvPr>
        </p:nvSpPr>
        <p:spPr>
          <a:xfrm>
            <a:off x="457200" y="816429"/>
            <a:ext cx="8229600" cy="47897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0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
        <p:nvSpPr>
          <p:cNvPr id="40" name="Shape 40"/>
          <p:cNvSpPr txBox="1">
            <a:spLocks noGrp="1"/>
          </p:cNvSpPr>
          <p:nvPr>
            <p:ph type="body" idx="2"/>
          </p:nvPr>
        </p:nvSpPr>
        <p:spPr>
          <a:xfrm>
            <a:off x="5029200" y="1600200"/>
            <a:ext cx="3657600" cy="1600198"/>
          </a:xfrm>
          <a:prstGeom prst="rect">
            <a:avLst/>
          </a:prstGeom>
          <a:noFill/>
          <a:ln>
            <a:noFill/>
          </a:ln>
        </p:spPr>
        <p:txBody>
          <a:bodyPr lIns="91425" tIns="91425" rIns="91425" bIns="91425" anchor="b" anchorCtr="0"/>
          <a:lstStyle>
            <a:lvl1pPr marL="0" marR="0" lvl="0" indent="0" algn="l" rtl="0">
              <a:spcBef>
                <a:spcPts val="0"/>
              </a:spcBef>
              <a:buClr>
                <a:srgbClr val="007FA3"/>
              </a:buClr>
              <a:buFont typeface="Arial"/>
              <a:buNone/>
              <a:defRPr sz="30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44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9pPr>
          </a:lstStyle>
          <a:p>
            <a:endParaRPr/>
          </a:p>
        </p:txBody>
      </p:sp>
      <p:sp>
        <p:nvSpPr>
          <p:cNvPr id="41" name="Shape 41"/>
          <p:cNvSpPr txBox="1">
            <a:spLocks noGrp="1"/>
          </p:cNvSpPr>
          <p:nvPr>
            <p:ph type="body" idx="3"/>
          </p:nvPr>
        </p:nvSpPr>
        <p:spPr>
          <a:xfrm>
            <a:off x="5029200" y="3200400"/>
            <a:ext cx="3657600" cy="2925763"/>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2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16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9pPr>
          </a:lstStyle>
          <a:p>
            <a:endParaRPr/>
          </a:p>
        </p:txBody>
      </p:sp>
      <p:sp>
        <p:nvSpPr>
          <p:cNvPr id="42" name="Shape 42"/>
          <p:cNvSpPr txBox="1">
            <a:spLocks noGrp="1"/>
          </p:cNvSpPr>
          <p:nvPr>
            <p:ph type="ftr" idx="11"/>
          </p:nvPr>
        </p:nvSpPr>
        <p:spPr>
          <a:xfrm>
            <a:off x="93969" y="6165337"/>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3" name="Shape 4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4" name="Shape 4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Title + Learning Objectives and Content">
    <p:spTree>
      <p:nvGrpSpPr>
        <p:cNvPr id="1" name="Shape 61"/>
        <p:cNvGrpSpPr/>
        <p:nvPr/>
      </p:nvGrpSpPr>
      <p:grpSpPr>
        <a:xfrm>
          <a:off x="0" y="0"/>
          <a:ext cx="0" cy="0"/>
          <a:chOff x="0" y="0"/>
          <a:chExt cx="0" cy="0"/>
        </a:xfrm>
      </p:grpSpPr>
      <p:sp>
        <p:nvSpPr>
          <p:cNvPr id="62" name="Shape 62"/>
          <p:cNvSpPr txBox="1">
            <a:spLocks noGrp="1"/>
          </p:cNvSpPr>
          <p:nvPr>
            <p:ph type="title"/>
          </p:nvPr>
        </p:nvSpPr>
        <p:spPr>
          <a:xfrm>
            <a:off x="457200" y="215371"/>
            <a:ext cx="8229600" cy="622828"/>
          </a:xfrm>
          <a:prstGeom prst="rect">
            <a:avLst/>
          </a:prstGeom>
          <a:noFill/>
          <a:ln>
            <a:noFill/>
          </a:ln>
        </p:spPr>
        <p:txBody>
          <a:bodyPr lIns="91425" tIns="91425" rIns="91425" bIns="91425" anchor="t"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63" name="Shape 63"/>
          <p:cNvSpPr txBox="1">
            <a:spLocks noGrp="1"/>
          </p:cNvSpPr>
          <p:nvPr>
            <p:ph type="body" idx="1"/>
          </p:nvPr>
        </p:nvSpPr>
        <p:spPr>
          <a:xfrm>
            <a:off x="457200" y="816429"/>
            <a:ext cx="8229600" cy="402769"/>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16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
        <p:nvSpPr>
          <p:cNvPr id="64" name="Shape 64"/>
          <p:cNvSpPr txBox="1">
            <a:spLocks noGrp="1"/>
          </p:cNvSpPr>
          <p:nvPr>
            <p:ph type="body" idx="2"/>
          </p:nvPr>
        </p:nvSpPr>
        <p:spPr>
          <a:xfrm>
            <a:off x="457200" y="1600200"/>
            <a:ext cx="8229600" cy="4525963"/>
          </a:xfrm>
          <a:prstGeom prst="rect">
            <a:avLst/>
          </a:prstGeom>
          <a:noFill/>
          <a:ln>
            <a:noFill/>
          </a:ln>
        </p:spPr>
        <p:txBody>
          <a:bodyPr lIns="91425" tIns="91425" rIns="91425" bIns="91425" anchor="t" anchorCtr="0"/>
          <a:lstStyle>
            <a:lvl1pPr marL="256032" marR="0" lvl="0" indent="-2560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dirty="0"/>
          </a:p>
        </p:txBody>
      </p:sp>
      <p:sp>
        <p:nvSpPr>
          <p:cNvPr id="65" name="Shape 65"/>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66" name="Shape 66"/>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67" name="Shape 67"/>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Shape 68"/>
        <p:cNvGrpSpPr/>
        <p:nvPr/>
      </p:nvGrpSpPr>
      <p:grpSpPr>
        <a:xfrm>
          <a:off x="0" y="0"/>
          <a:ext cx="0" cy="0"/>
          <a:chOff x="0" y="0"/>
          <a:chExt cx="0" cy="0"/>
        </a:xfrm>
      </p:grpSpPr>
      <p:sp>
        <p:nvSpPr>
          <p:cNvPr id="69" name="Shape 69"/>
          <p:cNvSpPr txBox="1">
            <a:spLocks noGrp="1"/>
          </p:cNvSpPr>
          <p:nvPr>
            <p:ph type="title"/>
          </p:nvPr>
        </p:nvSpPr>
        <p:spPr>
          <a:xfrm>
            <a:off x="685800" y="1447800"/>
            <a:ext cx="7772400" cy="2152651"/>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70" name="Shape 70"/>
          <p:cNvSpPr txBox="1">
            <a:spLocks noGrp="1"/>
          </p:cNvSpPr>
          <p:nvPr>
            <p:ph type="body" idx="1"/>
          </p:nvPr>
        </p:nvSpPr>
        <p:spPr>
          <a:xfrm>
            <a:off x="674687" y="3962400"/>
            <a:ext cx="7794626" cy="175260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1600" b="0" i="0" u="none" strike="noStrike" cap="none">
                <a:solidFill>
                  <a:srgbClr val="007FA3"/>
                </a:solidFill>
                <a:latin typeface="Arial"/>
                <a:ea typeface="Arial"/>
                <a:cs typeface="Arial"/>
                <a:sym typeface="Arial"/>
              </a:defRPr>
            </a:lvl1pPr>
            <a:lvl2pPr marL="457200" marR="0" lvl="1" indent="0" algn="l" rtl="0">
              <a:spcBef>
                <a:spcPts val="600"/>
              </a:spcBef>
              <a:buClr>
                <a:srgbClr val="007FA3"/>
              </a:buClr>
              <a:buFont typeface="Arial"/>
              <a:buNone/>
              <a:defRPr sz="1800" b="0" i="0" u="none" strike="noStrike" cap="none">
                <a:solidFill>
                  <a:srgbClr val="888888"/>
                </a:solidFill>
                <a:latin typeface="Arial"/>
                <a:ea typeface="Arial"/>
                <a:cs typeface="Arial"/>
                <a:sym typeface="Arial"/>
              </a:defRPr>
            </a:lvl2pPr>
            <a:lvl3pPr marL="914400" marR="0" lvl="2" indent="0" algn="l" rtl="0">
              <a:spcBef>
                <a:spcPts val="600"/>
              </a:spcBef>
              <a:buClr>
                <a:srgbClr val="007FA3"/>
              </a:buClr>
              <a:buFont typeface="Noto Sans Symbols"/>
              <a:buNone/>
              <a:defRPr sz="1600" b="0" i="0" u="none" strike="noStrike" cap="none">
                <a:solidFill>
                  <a:srgbClr val="888888"/>
                </a:solidFill>
                <a:latin typeface="Arial"/>
                <a:ea typeface="Arial"/>
                <a:cs typeface="Arial"/>
                <a:sym typeface="Arial"/>
              </a:defRPr>
            </a:lvl3pPr>
            <a:lvl4pPr marL="1371600" marR="0" lvl="3" indent="0" algn="l" rtl="0">
              <a:spcBef>
                <a:spcPts val="600"/>
              </a:spcBef>
              <a:buClr>
                <a:srgbClr val="007FA3"/>
              </a:buClr>
              <a:buFont typeface="Arial"/>
              <a:buNone/>
              <a:defRPr sz="1400" b="0" i="0" u="none" strike="noStrike" cap="none">
                <a:solidFill>
                  <a:srgbClr val="888888"/>
                </a:solidFill>
                <a:latin typeface="Arial"/>
                <a:ea typeface="Arial"/>
                <a:cs typeface="Arial"/>
                <a:sym typeface="Arial"/>
              </a:defRPr>
            </a:lvl4pPr>
            <a:lvl5pPr marL="1828800" marR="0" lvl="4" indent="0" algn="l" rtl="0">
              <a:spcBef>
                <a:spcPts val="600"/>
              </a:spcBef>
              <a:buClr>
                <a:srgbClr val="007FA3"/>
              </a:buClr>
              <a:buFont typeface="Arial"/>
              <a:buNone/>
              <a:defRPr sz="1400" b="0" i="0" u="none" strike="noStrike" cap="none">
                <a:solidFill>
                  <a:srgbClr val="888888"/>
                </a:solidFill>
                <a:latin typeface="Arial"/>
                <a:ea typeface="Arial"/>
                <a:cs typeface="Arial"/>
                <a:sym typeface="Arial"/>
              </a:defRPr>
            </a:lvl5pPr>
            <a:lvl6pPr marL="2286000" marR="0" lvl="5" indent="0" algn="l" rtl="0">
              <a:spcBef>
                <a:spcPts val="300"/>
              </a:spcBef>
              <a:buClr>
                <a:srgbClr val="007FA3"/>
              </a:buClr>
              <a:buFont typeface="Arial"/>
              <a:buNone/>
              <a:defRPr sz="1400" b="0" i="0" u="none" strike="noStrike" cap="none">
                <a:solidFill>
                  <a:srgbClr val="888888"/>
                </a:solidFill>
                <a:latin typeface="Arial"/>
                <a:ea typeface="Arial"/>
                <a:cs typeface="Arial"/>
                <a:sym typeface="Arial"/>
              </a:defRPr>
            </a:lvl6pPr>
            <a:lvl7pPr marL="2743200" marR="0" lvl="6" indent="0" algn="l" rtl="0">
              <a:spcBef>
                <a:spcPts val="300"/>
              </a:spcBef>
              <a:buClr>
                <a:srgbClr val="007FA3"/>
              </a:buClr>
              <a:buFont typeface="Arial"/>
              <a:buNone/>
              <a:defRPr sz="1400" b="0" i="0" u="none" strike="noStrike" cap="none">
                <a:solidFill>
                  <a:srgbClr val="888888"/>
                </a:solidFill>
                <a:latin typeface="Arial"/>
                <a:ea typeface="Arial"/>
                <a:cs typeface="Arial"/>
                <a:sym typeface="Arial"/>
              </a:defRPr>
            </a:lvl7pPr>
            <a:lvl8pPr marL="3200400" marR="0" lvl="7" indent="0" algn="l" rtl="0">
              <a:spcBef>
                <a:spcPts val="300"/>
              </a:spcBef>
              <a:buClr>
                <a:srgbClr val="007FA3"/>
              </a:buClr>
              <a:buFont typeface="Arial"/>
              <a:buNone/>
              <a:defRPr sz="1400" b="0" i="0" u="none" strike="noStrike" cap="none">
                <a:solidFill>
                  <a:srgbClr val="888888"/>
                </a:solidFill>
                <a:latin typeface="Arial"/>
                <a:ea typeface="Arial"/>
                <a:cs typeface="Arial"/>
                <a:sym typeface="Arial"/>
              </a:defRPr>
            </a:lvl8pPr>
            <a:lvl9pPr marL="3657600" marR="0" lvl="8" indent="0" algn="l" rtl="0">
              <a:spcBef>
                <a:spcPts val="300"/>
              </a:spcBef>
              <a:buClr>
                <a:srgbClr val="007FA3"/>
              </a:buClr>
              <a:buFont typeface="Arial"/>
              <a:buNone/>
              <a:defRPr sz="1400" b="0" i="0" u="none" strike="noStrike" cap="none">
                <a:solidFill>
                  <a:srgbClr val="888888"/>
                </a:solidFill>
                <a:latin typeface="Arial"/>
                <a:ea typeface="Arial"/>
                <a:cs typeface="Arial"/>
                <a:sym typeface="Arial"/>
              </a:defRPr>
            </a:lvl9pPr>
          </a:lstStyle>
          <a:p>
            <a:endParaRPr/>
          </a:p>
        </p:txBody>
      </p:sp>
      <p:sp>
        <p:nvSpPr>
          <p:cNvPr id="71" name="Shape 71"/>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72" name="Shape 72"/>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73" name="Shape 73"/>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Only">
    <p:spTree>
      <p:nvGrpSpPr>
        <p:cNvPr id="1" name="Shape 74"/>
        <p:cNvGrpSpPr/>
        <p:nvPr/>
      </p:nvGrpSpPr>
      <p:grpSpPr>
        <a:xfrm>
          <a:off x="0" y="0"/>
          <a:ext cx="0" cy="0"/>
          <a:chOff x="0" y="0"/>
          <a:chExt cx="0" cy="0"/>
        </a:xfrm>
      </p:grpSpPr>
      <p:sp>
        <p:nvSpPr>
          <p:cNvPr id="75" name="Shape 75"/>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76" name="Shape 76"/>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77" name="Shape 77"/>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78" name="Shape 78"/>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Two Content">
    <p:spTree>
      <p:nvGrpSpPr>
        <p:cNvPr id="1" name="Shape 30"/>
        <p:cNvGrpSpPr/>
        <p:nvPr/>
      </p:nvGrpSpPr>
      <p:grpSpPr>
        <a:xfrm>
          <a:off x="0" y="0"/>
          <a:ext cx="0" cy="0"/>
          <a:chOff x="0" y="0"/>
          <a:chExt cx="0" cy="0"/>
        </a:xfrm>
      </p:grpSpPr>
      <p:sp>
        <p:nvSpPr>
          <p:cNvPr id="31" name="Shape 31"/>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32" name="Shape 32"/>
          <p:cNvSpPr txBox="1">
            <a:spLocks noGrp="1"/>
          </p:cNvSpPr>
          <p:nvPr>
            <p:ph type="body" idx="1"/>
          </p:nvPr>
        </p:nvSpPr>
        <p:spPr>
          <a:xfrm>
            <a:off x="457200" y="1600200"/>
            <a:ext cx="8229600" cy="2163763"/>
          </a:xfrm>
          <a:prstGeom prst="rect">
            <a:avLst/>
          </a:prstGeom>
          <a:noFill/>
          <a:ln>
            <a:noFill/>
          </a:ln>
        </p:spPr>
        <p:txBody>
          <a:bodyPr lIns="91425" tIns="91425" rIns="91425" bIns="91425" anchor="t" anchorCtr="0"/>
          <a:lstStyle>
            <a:lvl1pPr marL="256032" marR="0" lvl="0" indent="-2560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283464"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2286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6pPr>
            <a:lvl7pPr marL="2971800" marR="0" lvl="6"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7pPr>
            <a:lvl8pPr marL="3429000" marR="0" lvl="7"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8pPr>
            <a:lvl9pPr marL="3886200" marR="0" lvl="8"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9pPr>
          </a:lstStyle>
          <a:p>
            <a:endParaRPr lang="en-US" dirty="0"/>
          </a:p>
          <a:p>
            <a:pPr lvl="1"/>
            <a:endParaRPr lang="en-US" dirty="0"/>
          </a:p>
          <a:p>
            <a:pPr lvl="2"/>
            <a:endParaRPr dirty="0"/>
          </a:p>
        </p:txBody>
      </p:sp>
      <p:sp>
        <p:nvSpPr>
          <p:cNvPr id="33" name="Shape 33"/>
          <p:cNvSpPr txBox="1">
            <a:spLocks noGrp="1"/>
          </p:cNvSpPr>
          <p:nvPr>
            <p:ph type="body" idx="2"/>
          </p:nvPr>
        </p:nvSpPr>
        <p:spPr>
          <a:xfrm>
            <a:off x="457200" y="3962400"/>
            <a:ext cx="8229600" cy="2163763"/>
          </a:xfrm>
          <a:prstGeom prst="rect">
            <a:avLst/>
          </a:prstGeom>
          <a:noFill/>
          <a:ln>
            <a:noFill/>
          </a:ln>
        </p:spPr>
        <p:txBody>
          <a:bodyPr lIns="91425" tIns="91425" rIns="91425" bIns="91425" anchor="t" anchorCtr="0"/>
          <a:lstStyle>
            <a:lvl1pPr marL="256032" marR="0" lvl="0" indent="-2560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283464"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2286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6pPr>
            <a:lvl7pPr marL="2971800" marR="0" lvl="6"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7pPr>
            <a:lvl8pPr marL="3429000" marR="0" lvl="7"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8pPr>
            <a:lvl9pPr marL="3886200" marR="0" lvl="8"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9pPr>
          </a:lstStyle>
          <a:p>
            <a:endParaRPr lang="en-US" dirty="0"/>
          </a:p>
          <a:p>
            <a:pPr lvl="1"/>
            <a:endParaRPr lang="en-US" dirty="0"/>
          </a:p>
          <a:p>
            <a:pPr lvl="2"/>
            <a:endParaRPr dirty="0"/>
          </a:p>
        </p:txBody>
      </p:sp>
      <p:sp>
        <p:nvSpPr>
          <p:cNvPr id="34" name="Shape 34"/>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35" name="Shape 35"/>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36" name="Shape 36"/>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1461762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Blank">
    <p:spTree>
      <p:nvGrpSpPr>
        <p:cNvPr id="1" name="Shape 79"/>
        <p:cNvGrpSpPr/>
        <p:nvPr/>
      </p:nvGrpSpPr>
      <p:grpSpPr>
        <a:xfrm>
          <a:off x="0" y="0"/>
          <a:ext cx="0" cy="0"/>
          <a:chOff x="0" y="0"/>
          <a:chExt cx="0" cy="0"/>
        </a:xfrm>
      </p:grpSpPr>
      <p:sp>
        <p:nvSpPr>
          <p:cNvPr id="80" name="Shape 80"/>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81" name="Shape 81"/>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82" name="Shape 82"/>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dk1"/>
                </a:solidFill>
                <a:latin typeface="Arial"/>
                <a:ea typeface="Arial"/>
                <a:cs typeface="Arial"/>
                <a:sym typeface="Arial"/>
              </a:rPr>
              <a:t>‹#›</a:t>
            </a:fld>
            <a:endParaRPr lang="en-US" sz="900" b="0" i="0" u="none" strike="noStrike" cap="none">
              <a:solidFill>
                <a:schemeClr val="dk1"/>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hapter Opener">
    <p:spTree>
      <p:nvGrpSpPr>
        <p:cNvPr id="1" name="Shape 37"/>
        <p:cNvGrpSpPr/>
        <p:nvPr/>
      </p:nvGrpSpPr>
      <p:grpSpPr>
        <a:xfrm>
          <a:off x="0" y="0"/>
          <a:ext cx="0" cy="0"/>
          <a:chOff x="0" y="0"/>
          <a:chExt cx="0" cy="0"/>
        </a:xfrm>
      </p:grpSpPr>
      <p:sp>
        <p:nvSpPr>
          <p:cNvPr id="38" name="Shape 38"/>
          <p:cNvSpPr txBox="1">
            <a:spLocks noGrp="1"/>
          </p:cNvSpPr>
          <p:nvPr>
            <p:ph type="title"/>
          </p:nvPr>
        </p:nvSpPr>
        <p:spPr>
          <a:xfrm>
            <a:off x="457200" y="215371"/>
            <a:ext cx="8229600" cy="622828"/>
          </a:xfrm>
          <a:prstGeom prst="rect">
            <a:avLst/>
          </a:prstGeom>
          <a:noFill/>
          <a:ln>
            <a:noFill/>
          </a:ln>
        </p:spPr>
        <p:txBody>
          <a:bodyPr lIns="91425" tIns="91425" rIns="91425" bIns="91425" anchor="t"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39" name="Shape 39"/>
          <p:cNvSpPr txBox="1">
            <a:spLocks noGrp="1"/>
          </p:cNvSpPr>
          <p:nvPr>
            <p:ph type="body" idx="1"/>
          </p:nvPr>
        </p:nvSpPr>
        <p:spPr>
          <a:xfrm>
            <a:off x="457200" y="816429"/>
            <a:ext cx="8229600" cy="47897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0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
        <p:nvSpPr>
          <p:cNvPr id="40" name="Shape 40"/>
          <p:cNvSpPr txBox="1">
            <a:spLocks noGrp="1"/>
          </p:cNvSpPr>
          <p:nvPr>
            <p:ph type="body" idx="2"/>
          </p:nvPr>
        </p:nvSpPr>
        <p:spPr>
          <a:xfrm>
            <a:off x="5029200" y="1600200"/>
            <a:ext cx="3657600" cy="1600198"/>
          </a:xfrm>
          <a:prstGeom prst="rect">
            <a:avLst/>
          </a:prstGeom>
          <a:noFill/>
          <a:ln>
            <a:noFill/>
          </a:ln>
        </p:spPr>
        <p:txBody>
          <a:bodyPr lIns="91425" tIns="91425" rIns="91425" bIns="91425" anchor="b" anchorCtr="0"/>
          <a:lstStyle>
            <a:lvl1pPr marL="0" marR="0" lvl="0" indent="0" algn="l" rtl="0">
              <a:spcBef>
                <a:spcPts val="0"/>
              </a:spcBef>
              <a:buClr>
                <a:srgbClr val="007FA3"/>
              </a:buClr>
              <a:buFont typeface="Arial"/>
              <a:buNone/>
              <a:defRPr sz="30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44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9pPr>
          </a:lstStyle>
          <a:p>
            <a:endParaRPr/>
          </a:p>
        </p:txBody>
      </p:sp>
      <p:sp>
        <p:nvSpPr>
          <p:cNvPr id="41" name="Shape 41"/>
          <p:cNvSpPr txBox="1">
            <a:spLocks noGrp="1"/>
          </p:cNvSpPr>
          <p:nvPr>
            <p:ph type="body" idx="3"/>
          </p:nvPr>
        </p:nvSpPr>
        <p:spPr>
          <a:xfrm>
            <a:off x="5029200" y="3200400"/>
            <a:ext cx="3657600" cy="2925763"/>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2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16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9pPr>
          </a:lstStyle>
          <a:p>
            <a:endParaRPr/>
          </a:p>
        </p:txBody>
      </p:sp>
      <p:sp>
        <p:nvSpPr>
          <p:cNvPr id="42" name="Shape 42"/>
          <p:cNvSpPr txBox="1">
            <a:spLocks noGrp="1"/>
          </p:cNvSpPr>
          <p:nvPr>
            <p:ph type="ftr" idx="11"/>
          </p:nvPr>
        </p:nvSpPr>
        <p:spPr>
          <a:xfrm>
            <a:off x="93969" y="6165337"/>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3" name="Shape 4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4" name="Shape 4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
        <p:nvSpPr>
          <p:cNvPr id="9" name="Shape 39"/>
          <p:cNvSpPr txBox="1">
            <a:spLocks noGrp="1"/>
          </p:cNvSpPr>
          <p:nvPr>
            <p:ph type="body" idx="13"/>
          </p:nvPr>
        </p:nvSpPr>
        <p:spPr>
          <a:xfrm>
            <a:off x="474779" y="1500547"/>
            <a:ext cx="8229600" cy="205153"/>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0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Tree>
    <p:extLst>
      <p:ext uri="{BB962C8B-B14F-4D97-AF65-F5344CB8AC3E}">
        <p14:creationId xmlns:p14="http://schemas.microsoft.com/office/powerpoint/2010/main" val="30688579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Chapter Opener">
    <p:spTree>
      <p:nvGrpSpPr>
        <p:cNvPr id="1" name="Shape 37"/>
        <p:cNvGrpSpPr/>
        <p:nvPr/>
      </p:nvGrpSpPr>
      <p:grpSpPr>
        <a:xfrm>
          <a:off x="0" y="0"/>
          <a:ext cx="0" cy="0"/>
          <a:chOff x="0" y="0"/>
          <a:chExt cx="0" cy="0"/>
        </a:xfrm>
      </p:grpSpPr>
      <p:sp>
        <p:nvSpPr>
          <p:cNvPr id="38" name="Shape 38"/>
          <p:cNvSpPr txBox="1">
            <a:spLocks noGrp="1"/>
          </p:cNvSpPr>
          <p:nvPr>
            <p:ph type="title"/>
          </p:nvPr>
        </p:nvSpPr>
        <p:spPr>
          <a:xfrm>
            <a:off x="457200" y="215371"/>
            <a:ext cx="8229600" cy="622828"/>
          </a:xfrm>
          <a:prstGeom prst="rect">
            <a:avLst/>
          </a:prstGeom>
          <a:noFill/>
          <a:ln>
            <a:noFill/>
          </a:ln>
        </p:spPr>
        <p:txBody>
          <a:bodyPr lIns="91425" tIns="91425" rIns="91425" bIns="91425" anchor="t"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39" name="Shape 39"/>
          <p:cNvSpPr txBox="1">
            <a:spLocks noGrp="1"/>
          </p:cNvSpPr>
          <p:nvPr>
            <p:ph type="body" idx="1"/>
          </p:nvPr>
        </p:nvSpPr>
        <p:spPr>
          <a:xfrm>
            <a:off x="457200" y="816429"/>
            <a:ext cx="8229600" cy="47897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0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
        <p:nvSpPr>
          <p:cNvPr id="40" name="Shape 40"/>
          <p:cNvSpPr txBox="1">
            <a:spLocks noGrp="1"/>
          </p:cNvSpPr>
          <p:nvPr>
            <p:ph type="body" idx="2"/>
          </p:nvPr>
        </p:nvSpPr>
        <p:spPr>
          <a:xfrm>
            <a:off x="5029200" y="1600200"/>
            <a:ext cx="3657600" cy="1600198"/>
          </a:xfrm>
          <a:prstGeom prst="rect">
            <a:avLst/>
          </a:prstGeom>
          <a:noFill/>
          <a:ln>
            <a:noFill/>
          </a:ln>
        </p:spPr>
        <p:txBody>
          <a:bodyPr lIns="91425" tIns="91425" rIns="91425" bIns="91425" anchor="b" anchorCtr="0"/>
          <a:lstStyle>
            <a:lvl1pPr marL="0" marR="0" lvl="0" indent="0" algn="l" rtl="0">
              <a:spcBef>
                <a:spcPts val="0"/>
              </a:spcBef>
              <a:buClr>
                <a:srgbClr val="007FA3"/>
              </a:buClr>
              <a:buFont typeface="Arial"/>
              <a:buNone/>
              <a:defRPr sz="30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44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9pPr>
          </a:lstStyle>
          <a:p>
            <a:endParaRPr/>
          </a:p>
        </p:txBody>
      </p:sp>
      <p:sp>
        <p:nvSpPr>
          <p:cNvPr id="41" name="Shape 41"/>
          <p:cNvSpPr txBox="1">
            <a:spLocks noGrp="1"/>
          </p:cNvSpPr>
          <p:nvPr>
            <p:ph type="body" idx="3"/>
          </p:nvPr>
        </p:nvSpPr>
        <p:spPr>
          <a:xfrm>
            <a:off x="5029200" y="3200400"/>
            <a:ext cx="3657600" cy="2925763"/>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2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16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9pPr>
          </a:lstStyle>
          <a:p>
            <a:endParaRPr/>
          </a:p>
        </p:txBody>
      </p:sp>
      <p:sp>
        <p:nvSpPr>
          <p:cNvPr id="42" name="Shape 42"/>
          <p:cNvSpPr txBox="1">
            <a:spLocks noGrp="1"/>
          </p:cNvSpPr>
          <p:nvPr>
            <p:ph type="ftr" idx="11"/>
          </p:nvPr>
        </p:nvSpPr>
        <p:spPr>
          <a:xfrm>
            <a:off x="93969" y="6165337"/>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3" name="Shape 4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4" name="Shape 4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
        <p:nvSpPr>
          <p:cNvPr id="9" name="Shape 39"/>
          <p:cNvSpPr txBox="1">
            <a:spLocks noGrp="1"/>
          </p:cNvSpPr>
          <p:nvPr>
            <p:ph type="body" idx="13"/>
          </p:nvPr>
        </p:nvSpPr>
        <p:spPr>
          <a:xfrm>
            <a:off x="474779" y="1500547"/>
            <a:ext cx="8229600" cy="205153"/>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0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
        <p:nvSpPr>
          <p:cNvPr id="3" name="Picture Placeholder 2">
            <a:extLst>
              <a:ext uri="{FF2B5EF4-FFF2-40B4-BE49-F238E27FC236}">
                <a16:creationId xmlns:a16="http://schemas.microsoft.com/office/drawing/2014/main" id="{A7B86D8D-7E57-4733-AA5A-C6136254BFEA}"/>
              </a:ext>
            </a:extLst>
          </p:cNvPr>
          <p:cNvSpPr>
            <a:spLocks noGrp="1"/>
          </p:cNvSpPr>
          <p:nvPr>
            <p:ph type="pic" sz="quarter" idx="14"/>
          </p:nvPr>
        </p:nvSpPr>
        <p:spPr>
          <a:xfrm>
            <a:off x="735013" y="2495550"/>
            <a:ext cx="3546475" cy="1119188"/>
          </a:xfrm>
        </p:spPr>
        <p:txBody>
          <a:bodyPr/>
          <a:lstStyle/>
          <a:p>
            <a:endParaRPr lang="en-US"/>
          </a:p>
        </p:txBody>
      </p:sp>
      <p:sp>
        <p:nvSpPr>
          <p:cNvPr id="5" name="Picture Placeholder 4">
            <a:extLst>
              <a:ext uri="{FF2B5EF4-FFF2-40B4-BE49-F238E27FC236}">
                <a16:creationId xmlns:a16="http://schemas.microsoft.com/office/drawing/2014/main" id="{32D9E9EB-3E4C-472F-A7BA-98CFA5350DD9}"/>
              </a:ext>
            </a:extLst>
          </p:cNvPr>
          <p:cNvSpPr>
            <a:spLocks noGrp="1"/>
          </p:cNvSpPr>
          <p:nvPr>
            <p:ph type="pic" sz="quarter" idx="15"/>
          </p:nvPr>
        </p:nvSpPr>
        <p:spPr>
          <a:xfrm>
            <a:off x="717550" y="4095750"/>
            <a:ext cx="3657600" cy="954088"/>
          </a:xfrm>
        </p:spPr>
        <p:txBody>
          <a:bodyPr/>
          <a:lstStyle/>
          <a:p>
            <a:endParaRPr lang="en-US"/>
          </a:p>
        </p:txBody>
      </p:sp>
    </p:spTree>
    <p:extLst>
      <p:ext uri="{BB962C8B-B14F-4D97-AF65-F5344CB8AC3E}">
        <p14:creationId xmlns:p14="http://schemas.microsoft.com/office/powerpoint/2010/main" val="1242476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Footer Placeholder 1"/>
          <p:cNvSpPr>
            <a:spLocks noGrp="1"/>
          </p:cNvSpPr>
          <p:nvPr>
            <p:ph type="ftr" idx="10"/>
          </p:nvPr>
        </p:nvSpPr>
        <p:spPr/>
        <p:txBody>
          <a:bodyPr/>
          <a:lstStyle/>
          <a:p>
            <a:endParaRPr lang="en-IN"/>
          </a:p>
        </p:txBody>
      </p:sp>
      <p:sp>
        <p:nvSpPr>
          <p:cNvPr id="3" name="Date Placeholder 2"/>
          <p:cNvSpPr>
            <a:spLocks noGrp="1"/>
          </p:cNvSpPr>
          <p:nvPr>
            <p:ph type="dt" idx="11"/>
          </p:nvPr>
        </p:nvSpPr>
        <p:spPr/>
        <p:txBody>
          <a:bodyPr/>
          <a:lstStyle/>
          <a:p>
            <a:endParaRPr lang="en-IN"/>
          </a:p>
        </p:txBody>
      </p:sp>
      <p:sp>
        <p:nvSpPr>
          <p:cNvPr id="4" name="Slide Number Placeholder 3"/>
          <p:cNvSpPr>
            <a:spLocks noGrp="1"/>
          </p:cNvSpPr>
          <p:nvPr>
            <p:ph type="sldNum" idx="12"/>
          </p:nvPr>
        </p:nvSpPr>
        <p:spPr/>
        <p:txBody>
          <a:bodyPr/>
          <a:lstStyle/>
          <a:p>
            <a:pPr marL="0" marR="0" lvl="0" indent="0" algn="r" rtl="0">
              <a:spcBef>
                <a:spcPts val="0"/>
              </a:spcBef>
              <a:buSzPct val="25000"/>
              <a:buNone/>
            </a:pPr>
            <a:fld id="{00000000-1234-1234-1234-123412341234}" type="slidenum">
              <a:rPr lang="en-US" sz="900" b="0" i="0" u="none" strike="noStrike" cap="none" smtClean="0">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32978439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5.xml"/><Relationship Id="rId2" Type="http://schemas.openxmlformats.org/officeDocument/2006/relationships/slideLayout" Target="../slideLayouts/slideLayout14.xml"/><Relationship Id="rId1" Type="http://schemas.openxmlformats.org/officeDocument/2006/relationships/slideLayout" Target="../slideLayouts/slideLayout1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Shape 10"/>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11" name="Shape 11"/>
          <p:cNvSpPr txBox="1">
            <a:spLocks noGrp="1"/>
          </p:cNvSpPr>
          <p:nvPr>
            <p:ph type="body" idx="1"/>
          </p:nvPr>
        </p:nvSpPr>
        <p:spPr>
          <a:xfrm>
            <a:off x="457200" y="1600200"/>
            <a:ext cx="8229600" cy="4525963"/>
          </a:xfrm>
          <a:prstGeom prst="rect">
            <a:avLst/>
          </a:prstGeom>
          <a:noFill/>
          <a:ln>
            <a:noFill/>
          </a:ln>
        </p:spPr>
        <p:txBody>
          <a:bodyPr lIns="91425" tIns="91425" rIns="91425" bIns="91425" anchor="t" anchorCtr="0"/>
          <a:lstStyle>
            <a:lvl1pPr marL="256032" marR="0" lvl="0" indent="-1544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dirty="0"/>
          </a:p>
        </p:txBody>
      </p:sp>
      <p:sp>
        <p:nvSpPr>
          <p:cNvPr id="12" name="Shape 12"/>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13" name="Shape 1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14" name="Shape 1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
        <p:nvSpPr>
          <p:cNvPr id="9" name="Text Placeholder 5"/>
          <p:cNvSpPr txBox="1">
            <a:spLocks/>
          </p:cNvSpPr>
          <p:nvPr userDrawn="1"/>
        </p:nvSpPr>
        <p:spPr>
          <a:xfrm>
            <a:off x="2773680" y="6451421"/>
            <a:ext cx="5986222" cy="221018"/>
          </a:xfrm>
          <a:prstGeom prst="rect">
            <a:avLst/>
          </a:prstGeom>
        </p:spPr>
        <p:txBody>
          <a:bodyPr lIns="0" tIns="18000" rIns="0" bIns="18000" anchor="ctr">
            <a:spAutoFit/>
          </a:bodyPr>
          <a:lstStyle>
            <a:defPPr marR="0" lvl="0" algn="l" rtl="0">
              <a:lnSpc>
                <a:spcPct val="100000"/>
              </a:lnSpc>
              <a:spcBef>
                <a:spcPts val="0"/>
              </a:spcBef>
              <a:spcAft>
                <a:spcPts val="0"/>
              </a:spcAft>
            </a:defPPr>
            <a:lvl1pPr marL="255588" marR="0" lvl="0" indent="-25558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a:lstStyle>
          <a:p>
            <a:pPr algn="r"/>
            <a:r>
              <a:rPr lang="en-US" altLang="en-US" sz="1200" dirty="0">
                <a:solidFill>
                  <a:schemeClr val="tx1"/>
                </a:solidFill>
                <a:latin typeface="Verdana"/>
                <a:ea typeface="Verdana" panose="020B0604030504040204" pitchFamily="34" charset="0"/>
                <a:cs typeface="Verdana" panose="020B0604030504040204" pitchFamily="34" charset="0"/>
              </a:rPr>
              <a:t>Copyright © 2019, 2016, 2013 Pearson Education, Inc. All Rights Reserved</a:t>
            </a:r>
          </a:p>
        </p:txBody>
      </p:sp>
      <p:pic>
        <p:nvPicPr>
          <p:cNvPr id="16" name="Picture Placeholder 12" descr="Pearson Logo">
            <a:extLst>
              <a:ext uri="{FF2B5EF4-FFF2-40B4-BE49-F238E27FC236}">
                <a16:creationId xmlns:a16="http://schemas.microsoft.com/office/drawing/2014/main" id="{703A8090-3141-40F8-8CFF-D98CD0548A3A}"/>
              </a:ext>
            </a:extLst>
          </p:cNvPr>
          <p:cNvPicPr>
            <a:picLocks noChangeAspect="1"/>
          </p:cNvPicPr>
          <p:nvPr userDrawn="1"/>
        </p:nvPicPr>
        <p:blipFill>
          <a:blip r:embed="rId14"/>
          <a:stretch>
            <a:fillRect/>
          </a:stretch>
        </p:blipFill>
        <p:spPr>
          <a:xfrm>
            <a:off x="441719" y="6436570"/>
            <a:ext cx="914400" cy="276225"/>
          </a:xfrm>
          <a:prstGeom prst="rect">
            <a:avLst/>
          </a:prstGeom>
        </p:spPr>
      </p:pic>
    </p:spTree>
  </p:cSld>
  <p:clrMap bg1="lt1" tx1="dk1" bg2="dk2" tx2="lt2" accent1="accent1" accent2="accent2" accent3="accent3" accent4="accent4" accent5="accent5" accent6="accent6" hlink="hlink" folHlink="folHlink"/>
  <p:sldLayoutIdLst>
    <p:sldLayoutId id="2147483665" r:id="rId1"/>
    <p:sldLayoutId id="2147483666" r:id="rId2"/>
    <p:sldLayoutId id="2147483649" r:id="rId3"/>
    <p:sldLayoutId id="2147483670" r:id="rId4"/>
    <p:sldLayoutId id="2147483668" r:id="rId5"/>
    <p:sldLayoutId id="2147483669" r:id="rId6"/>
    <p:sldLayoutId id="2147483651" r:id="rId7"/>
    <p:sldLayoutId id="2147483654" r:id="rId8"/>
    <p:sldLayoutId id="2147483655" r:id="rId9"/>
    <p:sldLayoutId id="2147483656" r:id="rId10"/>
    <p:sldLayoutId id="2147483667" r:id="rId11"/>
    <p:sldLayoutId id="2147483657"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Headings)"/>
          <a:ea typeface="Arial (Headings)"/>
          <a:cs typeface="Arial"/>
          <a:sym typeface="Arial"/>
        </a:defRPr>
      </a:lvl1pPr>
    </p:titleStyle>
    <p:bodyStyle>
      <a:defPPr marR="0" lvl="0" algn="l" rtl="0">
        <a:lnSpc>
          <a:spcPct val="100000"/>
        </a:lnSpc>
        <a:spcBef>
          <a:spcPts val="0"/>
        </a:spcBef>
        <a:spcAft>
          <a:spcPts val="0"/>
        </a:spcAft>
      </a:defPPr>
      <a:lvl1pPr marL="255588" marR="0" lvl="0" indent="-25558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9"/>
        <p:cNvGrpSpPr/>
        <p:nvPr/>
      </p:nvGrpSpPr>
      <p:grpSpPr>
        <a:xfrm>
          <a:off x="0" y="0"/>
          <a:ext cx="0" cy="0"/>
          <a:chOff x="0" y="0"/>
          <a:chExt cx="0" cy="0"/>
        </a:xfrm>
      </p:grpSpPr>
      <p:sp>
        <p:nvSpPr>
          <p:cNvPr id="10" name="Shape 10"/>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11" name="Shape 11"/>
          <p:cNvSpPr txBox="1">
            <a:spLocks noGrp="1"/>
          </p:cNvSpPr>
          <p:nvPr>
            <p:ph type="body" idx="1"/>
          </p:nvPr>
        </p:nvSpPr>
        <p:spPr>
          <a:xfrm>
            <a:off x="457200" y="1600200"/>
            <a:ext cx="8229600" cy="4525963"/>
          </a:xfrm>
          <a:prstGeom prst="rect">
            <a:avLst/>
          </a:prstGeom>
          <a:noFill/>
          <a:ln>
            <a:noFill/>
          </a:ln>
        </p:spPr>
        <p:txBody>
          <a:bodyPr lIns="91425" tIns="91425" rIns="91425" bIns="91425" anchor="t" anchorCtr="0"/>
          <a:lstStyle>
            <a:lvl1pPr marL="256032" marR="0" lvl="0" indent="-1544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dirty="0"/>
          </a:p>
        </p:txBody>
      </p:sp>
      <p:sp>
        <p:nvSpPr>
          <p:cNvPr id="12" name="Shape 12"/>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13" name="Shape 1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14" name="Shape 1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200283969"/>
      </p:ext>
    </p:extLst>
  </p:cSld>
  <p:clrMap bg1="lt1" tx1="dk1" bg2="dk2" tx2="lt2" accent1="accent1" accent2="accent2" accent3="accent3" accent4="accent4" accent5="accent5" accent6="accent6" hlink="hlink" folHlink="folHlink"/>
  <p:sldLayoutIdLst>
    <p:sldLayoutId id="2147483664" r:id="rId1"/>
    <p:sldLayoutId id="2147483695" r:id="rId2"/>
    <p:sldLayoutId id="2147483694"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Headings)"/>
          <a:ea typeface="Arial (Headings)"/>
          <a:cs typeface="Arial"/>
          <a:sym typeface="Arial"/>
        </a:defRPr>
      </a:lvl1pPr>
    </p:titleStyle>
    <p:bodyStyle>
      <a:defPPr marR="0" lvl="0" algn="l" rtl="0">
        <a:lnSpc>
          <a:spcPct val="100000"/>
        </a:lnSpc>
        <a:spcBef>
          <a:spcPts val="0"/>
        </a:spcBef>
        <a:spcAft>
          <a:spcPts val="0"/>
        </a:spcAft>
      </a:defPPr>
      <a:lvl1pPr marL="255588" marR="0" lvl="0" indent="-25603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4.xml"/><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9948" y="314583"/>
            <a:ext cx="8272252" cy="1144347"/>
          </a:xfrm>
        </p:spPr>
        <p:txBody>
          <a:bodyPr lIns="0" tIns="18000" rIns="0" bIns="18000" anchor="t" anchorCtr="0">
            <a:spAutoFit/>
          </a:bodyPr>
          <a:lstStyle/>
          <a:p>
            <a:r>
              <a:rPr lang="en-US" sz="3600" dirty="0">
                <a:latin typeface="+mj-lt"/>
                <a:cs typeface="Times New Roman" panose="02020603050405020304" pitchFamily="18" charset="0"/>
              </a:rPr>
              <a:t>Practical Research: Planning and Design</a:t>
            </a:r>
            <a:endParaRPr lang="en-US" sz="3600" dirty="0">
              <a:solidFill>
                <a:schemeClr val="tx2"/>
              </a:solidFill>
              <a:latin typeface="+mj-lt"/>
              <a:cs typeface="Times New Roman" panose="02020603050405020304" pitchFamily="18" charset="0"/>
            </a:endParaRPr>
          </a:p>
        </p:txBody>
      </p:sp>
      <p:sp>
        <p:nvSpPr>
          <p:cNvPr id="3" name="Text Placeholder 2"/>
          <p:cNvSpPr>
            <a:spLocks noGrp="1"/>
          </p:cNvSpPr>
          <p:nvPr>
            <p:ph type="body" idx="1"/>
          </p:nvPr>
        </p:nvSpPr>
        <p:spPr>
          <a:xfrm>
            <a:off x="439948" y="1667053"/>
            <a:ext cx="8272252" cy="344128"/>
          </a:xfrm>
        </p:spPr>
        <p:txBody>
          <a:bodyPr wrap="square" lIns="0" tIns="18000" rIns="0" bIns="18000" anchor="t" anchorCtr="0">
            <a:spAutoFit/>
          </a:bodyPr>
          <a:lstStyle/>
          <a:p>
            <a:r>
              <a:rPr lang="en-US" dirty="0">
                <a:latin typeface="Arial" panose="020B0604020202020204" pitchFamily="34" charset="0"/>
                <a:cs typeface="Arial" panose="020B0604020202020204" pitchFamily="34" charset="0"/>
              </a:rPr>
              <a:t>Twelfth Edition</a:t>
            </a:r>
          </a:p>
        </p:txBody>
      </p:sp>
      <p:pic>
        <p:nvPicPr>
          <p:cNvPr id="11" name="Picture Placeholder 10" descr="Front Cover: Practical Research: Planning and Design Twelfth Edition by Leedy and Ormrod.">
            <a:extLst>
              <a:ext uri="{FF2B5EF4-FFF2-40B4-BE49-F238E27FC236}">
                <a16:creationId xmlns:a16="http://schemas.microsoft.com/office/drawing/2014/main" id="{3404E0E7-E186-4457-B728-08F8E7ADD930}"/>
              </a:ext>
            </a:extLst>
          </p:cNvPr>
          <p:cNvPicPr>
            <a:picLocks noGrp="1" noChangeAspect="1"/>
          </p:cNvPicPr>
          <p:nvPr>
            <p:ph type="pic" sz="quarter" idx="14"/>
          </p:nvPr>
        </p:nvPicPr>
        <p:blipFill>
          <a:blip r:embed="rId3"/>
          <a:stretch>
            <a:fillRect/>
          </a:stretch>
        </p:blipFill>
        <p:spPr>
          <a:xfrm>
            <a:off x="440805" y="2218522"/>
            <a:ext cx="3247505" cy="4051069"/>
          </a:xfrm>
          <a:prstGeom prst="rect">
            <a:avLst/>
          </a:prstGeom>
        </p:spPr>
      </p:pic>
      <p:sp>
        <p:nvSpPr>
          <p:cNvPr id="4" name="Text Placeholder 3"/>
          <p:cNvSpPr>
            <a:spLocks noGrp="1"/>
          </p:cNvSpPr>
          <p:nvPr>
            <p:ph type="body" idx="2"/>
          </p:nvPr>
        </p:nvSpPr>
        <p:spPr>
          <a:xfrm>
            <a:off x="4580630" y="2871974"/>
            <a:ext cx="1777038" cy="498016"/>
          </a:xfrm>
        </p:spPr>
        <p:txBody>
          <a:bodyPr wrap="square" lIns="0" tIns="18000" rIns="0" bIns="18000" anchor="t" anchorCtr="0">
            <a:spAutoFit/>
          </a:bodyPr>
          <a:lstStyle/>
          <a:p>
            <a:pPr lvl="0"/>
            <a:r>
              <a:rPr lang="en-US" dirty="0">
                <a:latin typeface="Arial" panose="020B0604020202020204" pitchFamily="34" charset="0"/>
                <a:cs typeface="Arial" panose="020B0604020202020204" pitchFamily="34" charset="0"/>
              </a:rPr>
              <a:t>Chapter 8</a:t>
            </a:r>
          </a:p>
        </p:txBody>
      </p:sp>
      <p:sp>
        <p:nvSpPr>
          <p:cNvPr id="5" name="Text Placeholder 4"/>
          <p:cNvSpPr>
            <a:spLocks noGrp="1"/>
          </p:cNvSpPr>
          <p:nvPr>
            <p:ph type="body" idx="3"/>
          </p:nvPr>
        </p:nvSpPr>
        <p:spPr>
          <a:xfrm>
            <a:off x="4580628" y="3668904"/>
            <a:ext cx="4131571" cy="374906"/>
          </a:xfrm>
        </p:spPr>
        <p:txBody>
          <a:bodyPr wrap="square" lIns="0" tIns="18000" rIns="0" bIns="18000">
            <a:spAutoFit/>
          </a:bodyPr>
          <a:lstStyle/>
          <a:p>
            <a:r>
              <a:rPr lang="en-US" altLang="en-US" dirty="0">
                <a:latin typeface="Arial" panose="020B0604020202020204" pitchFamily="34" charset="0"/>
                <a:cs typeface="Arial" panose="020B0604020202020204" pitchFamily="34" charset="0"/>
              </a:rPr>
              <a:t>Qualitative Research Methods</a:t>
            </a:r>
          </a:p>
        </p:txBody>
      </p:sp>
      <p:pic>
        <p:nvPicPr>
          <p:cNvPr id="13" name="Picture Placeholder 12" descr="Pearson Logo">
            <a:extLst>
              <a:ext uri="{FF2B5EF4-FFF2-40B4-BE49-F238E27FC236}">
                <a16:creationId xmlns:a16="http://schemas.microsoft.com/office/drawing/2014/main" id="{B1452051-097A-4E47-A9C4-A6DFE1F8F6A1}"/>
              </a:ext>
            </a:extLst>
          </p:cNvPr>
          <p:cNvPicPr>
            <a:picLocks noGrp="1" noChangeAspect="1"/>
          </p:cNvPicPr>
          <p:nvPr>
            <p:ph type="pic" sz="quarter" idx="15"/>
          </p:nvPr>
        </p:nvPicPr>
        <p:blipFill>
          <a:blip r:embed="rId4"/>
          <a:stretch>
            <a:fillRect/>
          </a:stretch>
        </p:blipFill>
        <p:spPr>
          <a:xfrm>
            <a:off x="441719" y="6436570"/>
            <a:ext cx="914400" cy="276225"/>
          </a:xfrm>
          <a:prstGeom prst="rect">
            <a:avLst/>
          </a:prstGeom>
        </p:spPr>
      </p:pic>
      <p:sp>
        <p:nvSpPr>
          <p:cNvPr id="6" name="Text Placeholder 5"/>
          <p:cNvSpPr>
            <a:spLocks noGrp="1"/>
          </p:cNvSpPr>
          <p:nvPr>
            <p:ph type="body" idx="13"/>
          </p:nvPr>
        </p:nvSpPr>
        <p:spPr>
          <a:xfrm>
            <a:off x="2772000" y="6451200"/>
            <a:ext cx="5986800" cy="221018"/>
          </a:xfrm>
        </p:spPr>
        <p:txBody>
          <a:bodyPr lIns="0" tIns="18000" rIns="0" bIns="18000" anchor="ctr">
            <a:spAutoFit/>
          </a:bodyPr>
          <a:lstStyle/>
          <a:p>
            <a:pPr algn="r"/>
            <a:r>
              <a:rPr lang="en-US" altLang="en-US" sz="1200" dirty="0">
                <a:solidFill>
                  <a:schemeClr val="tx1"/>
                </a:solidFill>
                <a:latin typeface="Verdana"/>
                <a:ea typeface="Verdana" panose="020B0604030504040204" pitchFamily="34" charset="0"/>
                <a:cs typeface="Verdana" panose="020B0604030504040204" pitchFamily="34" charset="0"/>
              </a:rPr>
              <a:t>Copyright © 2019, 2016, 2013 Pearson Education, Inc. All Rights Reserved</a:t>
            </a:r>
          </a:p>
        </p:txBody>
      </p:sp>
    </p:spTree>
    <p:extLst>
      <p:ext uri="{BB962C8B-B14F-4D97-AF65-F5344CB8AC3E}">
        <p14:creationId xmlns:p14="http://schemas.microsoft.com/office/powerpoint/2010/main" val="13612340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6652" y="301888"/>
            <a:ext cx="8275548" cy="1144347"/>
          </a:xfrm>
        </p:spPr>
        <p:txBody>
          <a:bodyPr wrap="square" lIns="0" tIns="18000" rIns="0" bIns="18000" anchor="t" anchorCtr="0">
            <a:spAutoFit/>
          </a:bodyPr>
          <a:lstStyle/>
          <a:p>
            <a:pPr lvl="0">
              <a:spcBef>
                <a:spcPct val="0"/>
              </a:spcBef>
              <a:buClrTx/>
            </a:pPr>
            <a:r>
              <a:rPr lang="en-US" altLang="en-US" sz="3600" kern="1200" dirty="0">
                <a:latin typeface="+mj-lt"/>
                <a:cs typeface="Times New Roman" panose="02020603050405020304" pitchFamily="18" charset="0"/>
              </a:rPr>
              <a:t>Potential Advantages of Qualitative Research</a:t>
            </a:r>
            <a:endParaRPr lang="en-US" sz="28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31800" y="1682837"/>
            <a:ext cx="8280400" cy="3214145"/>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Exploration</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Multifaceted description</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Verification</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Theory development</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Problem identification</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Evaluation</a:t>
            </a:r>
          </a:p>
        </p:txBody>
      </p:sp>
    </p:spTree>
    <p:extLst>
      <p:ext uri="{BB962C8B-B14F-4D97-AF65-F5344CB8AC3E}">
        <p14:creationId xmlns:p14="http://schemas.microsoft.com/office/powerpoint/2010/main" val="16397499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6652" y="301896"/>
            <a:ext cx="8275548" cy="590349"/>
          </a:xfrm>
        </p:spPr>
        <p:txBody>
          <a:bodyPr wrap="square" lIns="0" tIns="18000" rIns="0" bIns="18000" anchor="t" anchorCtr="0">
            <a:spAutoFit/>
          </a:bodyPr>
          <a:lstStyle/>
          <a:p>
            <a:pPr lvl="0">
              <a:spcBef>
                <a:spcPct val="0"/>
              </a:spcBef>
              <a:buClrTx/>
            </a:pPr>
            <a:r>
              <a:rPr lang="en-US" sz="3600" kern="1200" dirty="0">
                <a:latin typeface="+mj-lt"/>
                <a:cs typeface="Times New Roman" panose="02020603050405020304" pitchFamily="18" charset="0"/>
              </a:rPr>
              <a:t>Research Problems</a:t>
            </a:r>
            <a:endParaRPr lang="en-US" sz="28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84893"/>
            <a:ext cx="8229600" cy="2229260"/>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Qualitative studies do not allow the researcher to identify cause–and–effect relationships</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May be general and open-ended</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“What is the nature of…”</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“What is it like to…”</a:t>
            </a:r>
          </a:p>
        </p:txBody>
      </p:sp>
    </p:spTree>
    <p:extLst>
      <p:ext uri="{BB962C8B-B14F-4D97-AF65-F5344CB8AC3E}">
        <p14:creationId xmlns:p14="http://schemas.microsoft.com/office/powerpoint/2010/main" val="12953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1889"/>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Research Methodology</a:t>
            </a:r>
            <a:endParaRPr lang="en-US" sz="36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84887"/>
            <a:ext cx="8229600" cy="1529068"/>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May not be determined in advance</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May continue to evolve over the course of the study</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Requires considerable preparation and planning</a:t>
            </a:r>
          </a:p>
        </p:txBody>
      </p:sp>
    </p:spTree>
    <p:extLst>
      <p:ext uri="{BB962C8B-B14F-4D97-AF65-F5344CB8AC3E}">
        <p14:creationId xmlns:p14="http://schemas.microsoft.com/office/powerpoint/2010/main" val="17371265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1886"/>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Qualitative Research Designs</a:t>
            </a:r>
            <a:endParaRPr lang="en-US" sz="36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84893"/>
            <a:ext cx="8229600" cy="3214145"/>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Case study</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Ethnography</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Phenomenological study</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Grounded theory study</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Narrative Inquiry</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Content analysis</a:t>
            </a:r>
          </a:p>
        </p:txBody>
      </p:sp>
    </p:spTree>
    <p:extLst>
      <p:ext uri="{BB962C8B-B14F-4D97-AF65-F5344CB8AC3E}">
        <p14:creationId xmlns:p14="http://schemas.microsoft.com/office/powerpoint/2010/main" val="41482023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1883"/>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Case Study </a:t>
            </a:r>
            <a:r>
              <a:rPr lang="en-US" sz="2800" kern="1200" dirty="0">
                <a:latin typeface="+mj-lt"/>
                <a:cs typeface="Times New Roman" panose="02020603050405020304" pitchFamily="18" charset="0"/>
              </a:rPr>
              <a:t>(1 of 2)</a:t>
            </a:r>
            <a:endParaRPr lang="en-US" sz="28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84893"/>
            <a:ext cx="8229600" cy="3783531"/>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A particular individual, program or event is studied in depth</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Used for</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Learning more about a little known or poorly understood situation</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Investigating how an individual or program changes over time</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Generating or providing preliminary support for one or more hypotheses</a:t>
            </a:r>
          </a:p>
        </p:txBody>
      </p:sp>
    </p:spTree>
    <p:extLst>
      <p:ext uri="{BB962C8B-B14F-4D97-AF65-F5344CB8AC3E}">
        <p14:creationId xmlns:p14="http://schemas.microsoft.com/office/powerpoint/2010/main" val="28786675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1883"/>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Case Study </a:t>
            </a:r>
            <a:r>
              <a:rPr lang="en-US" sz="2800" kern="1200" dirty="0">
                <a:latin typeface="+mj-lt"/>
                <a:cs typeface="Times New Roman" panose="02020603050405020304" pitchFamily="18" charset="0"/>
              </a:rPr>
              <a:t>(2 of 2)</a:t>
            </a:r>
            <a:endParaRPr lang="en-US" sz="28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84893"/>
            <a:ext cx="8229600" cy="775015"/>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Limitation: findings may not be generalizable to other situations</a:t>
            </a:r>
          </a:p>
        </p:txBody>
      </p:sp>
    </p:spTree>
    <p:extLst>
      <p:ext uri="{BB962C8B-B14F-4D97-AF65-F5344CB8AC3E}">
        <p14:creationId xmlns:p14="http://schemas.microsoft.com/office/powerpoint/2010/main" val="699648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1886"/>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Ethnography</a:t>
            </a:r>
            <a:r>
              <a:rPr lang="en-US" altLang="en-US" sz="3600" kern="1200" dirty="0">
                <a:latin typeface="+mj-lt"/>
                <a:ea typeface="+mj-ea"/>
                <a:cs typeface="Times New Roman" panose="02020603050405020304" pitchFamily="18" charset="0"/>
              </a:rPr>
              <a:t> </a:t>
            </a:r>
            <a:r>
              <a:rPr lang="en-US" altLang="en-US" sz="2800" kern="1200" dirty="0">
                <a:latin typeface="+mj-lt"/>
                <a:ea typeface="+mj-ea"/>
                <a:cs typeface="Times New Roman" panose="02020603050405020304" pitchFamily="18" charset="0"/>
              </a:rPr>
              <a:t>(1 of 2)</a:t>
            </a:r>
            <a:endParaRPr lang="en-US" sz="28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37322" y="1284898"/>
            <a:ext cx="8274878" cy="3006395"/>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In-depth investigation of an entire group that shares a common culture</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Site-based field work</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Performed in natural setting</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Performed over long period of time</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Key informants</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Often involves participant observation</a:t>
            </a:r>
          </a:p>
        </p:txBody>
      </p:sp>
    </p:spTree>
    <p:extLst>
      <p:ext uri="{BB962C8B-B14F-4D97-AF65-F5344CB8AC3E}">
        <p14:creationId xmlns:p14="http://schemas.microsoft.com/office/powerpoint/2010/main" val="34152167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1886"/>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Ethnography</a:t>
            </a:r>
            <a:r>
              <a:rPr lang="en-US" altLang="en-US" sz="3600" kern="1200" dirty="0">
                <a:latin typeface="+mj-lt"/>
                <a:ea typeface="+mj-ea"/>
                <a:cs typeface="Times New Roman" panose="02020603050405020304" pitchFamily="18" charset="0"/>
              </a:rPr>
              <a:t> </a:t>
            </a:r>
            <a:r>
              <a:rPr lang="en-US" altLang="en-US" sz="2800" kern="1200" dirty="0">
                <a:latin typeface="+mj-lt"/>
                <a:ea typeface="+mj-ea"/>
                <a:cs typeface="Times New Roman" panose="02020603050405020304" pitchFamily="18" charset="0"/>
              </a:rPr>
              <a:t>(2 of 2)</a:t>
            </a:r>
            <a:endParaRPr lang="en-US" sz="28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84898"/>
            <a:ext cx="8229600" cy="2483175"/>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Used to study</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Explicit cultural patterns</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Implicit beliefs and assumptions</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Below-the-surface, taken-for-granted patterns that even group members aren’t always consciously aware of</a:t>
            </a:r>
          </a:p>
        </p:txBody>
      </p:sp>
    </p:spTree>
    <p:extLst>
      <p:ext uri="{BB962C8B-B14F-4D97-AF65-F5344CB8AC3E}">
        <p14:creationId xmlns:p14="http://schemas.microsoft.com/office/powerpoint/2010/main" val="29240485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1894"/>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Narrative Inquiry</a:t>
            </a:r>
            <a:endParaRPr lang="en-US" sz="3600" kern="1200" dirty="0">
              <a:latin typeface="+mj-lt"/>
              <a:ea typeface="+mj-ea"/>
              <a:cs typeface="Times New Roman" panose="02020603050405020304" pitchFamily="18" charset="0"/>
            </a:endParaRPr>
          </a:p>
        </p:txBody>
      </p:sp>
      <p:sp>
        <p:nvSpPr>
          <p:cNvPr id="11" name="Text Placeholder 10"/>
          <p:cNvSpPr>
            <a:spLocks noGrp="1"/>
          </p:cNvSpPr>
          <p:nvPr>
            <p:ph type="body" idx="1"/>
          </p:nvPr>
        </p:nvSpPr>
        <p:spPr>
          <a:xfrm>
            <a:off x="457200" y="1284896"/>
            <a:ext cx="8229600" cy="2406231"/>
          </a:xfrm>
        </p:spPr>
        <p:txBody>
          <a:bodyPr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Used for studying complex, multifaceted phenomena</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Focuses on the recollections and stories of individuals who have had experiences related to these phenomena</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Central notion: Three-dimensional narrative space comprised of interaction, continuity, and situation</a:t>
            </a:r>
          </a:p>
        </p:txBody>
      </p:sp>
    </p:spTree>
    <p:extLst>
      <p:ext uri="{BB962C8B-B14F-4D97-AF65-F5344CB8AC3E}">
        <p14:creationId xmlns:p14="http://schemas.microsoft.com/office/powerpoint/2010/main" val="9366830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25900"/>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Phenomenological Study</a:t>
            </a:r>
            <a:endParaRPr lang="en-US" altLang="en-US" sz="28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97266"/>
            <a:ext cx="8229600" cy="1667567"/>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Study that attempts to understand people’s perceptions and perspectives of a particular experience</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Small sample</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Lengthy unstructured interviews</a:t>
            </a:r>
          </a:p>
        </p:txBody>
      </p:sp>
    </p:spTree>
    <p:extLst>
      <p:ext uri="{BB962C8B-B14F-4D97-AF65-F5344CB8AC3E}">
        <p14:creationId xmlns:p14="http://schemas.microsoft.com/office/powerpoint/2010/main" val="30655156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25907"/>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Grounded Theory Study</a:t>
            </a:r>
            <a:endParaRPr lang="en-US" altLang="en-US" sz="28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91448"/>
            <a:ext cx="8229600" cy="2752480"/>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Goal is to collect and interpret data to develop a theory</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Data analysis begins right away</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Data are organized into categories until </a:t>
            </a:r>
            <a:r>
              <a:rPr lang="en-US" sz="2400" b="1" kern="1200" dirty="0">
                <a:solidFill>
                  <a:srgbClr val="000000"/>
                </a:solidFill>
                <a:latin typeface="Arial" panose="020B0604020202020204" pitchFamily="34" charset="0"/>
                <a:cs typeface="Arial" panose="020B0604020202020204" pitchFamily="34" charset="0"/>
              </a:rPr>
              <a:t>saturation</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Theory emerges from interrelations among categories</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Typically focused on a </a:t>
            </a:r>
            <a:r>
              <a:rPr lang="en-US" sz="2400" b="1" kern="1200" dirty="0">
                <a:solidFill>
                  <a:srgbClr val="000000"/>
                </a:solidFill>
                <a:latin typeface="Arial" panose="020B0604020202020204" pitchFamily="34" charset="0"/>
                <a:cs typeface="Arial" panose="020B0604020202020204" pitchFamily="34" charset="0"/>
              </a:rPr>
              <a:t>process</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eating, class discussions, stress during work</a:t>
            </a:r>
          </a:p>
        </p:txBody>
      </p:sp>
    </p:spTree>
    <p:extLst>
      <p:ext uri="{BB962C8B-B14F-4D97-AF65-F5344CB8AC3E}">
        <p14:creationId xmlns:p14="http://schemas.microsoft.com/office/powerpoint/2010/main" val="1257444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25904"/>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Content Analysis</a:t>
            </a:r>
            <a:endParaRPr lang="en-US" altLang="en-US" sz="28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91458"/>
            <a:ext cx="8229600" cy="3160284"/>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Detailed, systematic examination of the contents of a body of material</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Books, newspapers, legal documents, transcripts of conversations, blogs</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Often included along with another study design</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Often has a quantitative component</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Identify categories &amp; count frequency in each</a:t>
            </a:r>
          </a:p>
        </p:txBody>
      </p:sp>
    </p:spTree>
    <p:extLst>
      <p:ext uri="{BB962C8B-B14F-4D97-AF65-F5344CB8AC3E}">
        <p14:creationId xmlns:p14="http://schemas.microsoft.com/office/powerpoint/2010/main" val="23093152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1891"/>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Collecting Qualitative Data </a:t>
            </a:r>
            <a:r>
              <a:rPr lang="en-US" sz="2800" kern="1200" dirty="0">
                <a:latin typeface="+mj-lt"/>
                <a:cs typeface="Times New Roman" panose="02020603050405020304" pitchFamily="18" charset="0"/>
              </a:rPr>
              <a:t>(1 of 2)</a:t>
            </a:r>
            <a:endParaRPr lang="en-US" sz="28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84892"/>
            <a:ext cx="8229600" cy="3468060"/>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Multiple methods are used</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Example: interview + observation + artifacts</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Many qualitative researchers engage in the production of memos</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Data collection follows an emerging design</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Analysis of early data influences additional data collection</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Researchers write memos during data collection</a:t>
            </a:r>
          </a:p>
        </p:txBody>
      </p:sp>
    </p:spTree>
    <p:extLst>
      <p:ext uri="{BB962C8B-B14F-4D97-AF65-F5344CB8AC3E}">
        <p14:creationId xmlns:p14="http://schemas.microsoft.com/office/powerpoint/2010/main" val="30850444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1891"/>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Collecting Qualitative </a:t>
            </a:r>
            <a:r>
              <a:rPr lang="en-US" sz="3600" kern="1200">
                <a:latin typeface="+mj-lt"/>
                <a:cs typeface="Times New Roman" panose="02020603050405020304" pitchFamily="18" charset="0"/>
              </a:rPr>
              <a:t>Data </a:t>
            </a:r>
            <a:r>
              <a:rPr lang="en-US" sz="2800" kern="1200">
                <a:latin typeface="+mj-lt"/>
                <a:cs typeface="Times New Roman" panose="02020603050405020304" pitchFamily="18" charset="0"/>
              </a:rPr>
              <a:t>(2 </a:t>
            </a:r>
            <a:r>
              <a:rPr lang="en-US" sz="2800" kern="1200" dirty="0">
                <a:latin typeface="+mj-lt"/>
                <a:cs typeface="Times New Roman" panose="02020603050405020304" pitchFamily="18" charset="0"/>
              </a:rPr>
              <a:t>of 2)</a:t>
            </a:r>
            <a:endParaRPr lang="en-US" sz="28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84892"/>
            <a:ext cx="8229600" cy="1744511"/>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All data must be collected in an ethical way</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Informed consent</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Right to privacy</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Low risk</a:t>
            </a:r>
          </a:p>
        </p:txBody>
      </p:sp>
    </p:spTree>
    <p:extLst>
      <p:ext uri="{BB962C8B-B14F-4D97-AF65-F5344CB8AC3E}">
        <p14:creationId xmlns:p14="http://schemas.microsoft.com/office/powerpoint/2010/main" val="21496298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1891"/>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Credibility and Transferability</a:t>
            </a:r>
            <a:endParaRPr lang="en-US" altLang="en-US" sz="36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84898"/>
            <a:ext cx="8229600" cy="2075371"/>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Equivalent to validity and reliability in quantitative research.</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Whereas quantitative researcher judge assessment strategies as reliable, qualitative researchers prefer to speak of dependability.</a:t>
            </a:r>
          </a:p>
        </p:txBody>
      </p:sp>
    </p:spTree>
    <p:extLst>
      <p:ext uri="{BB962C8B-B14F-4D97-AF65-F5344CB8AC3E}">
        <p14:creationId xmlns:p14="http://schemas.microsoft.com/office/powerpoint/2010/main" val="32664294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3075"/>
            <a:ext cx="8229600" cy="1144347"/>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Strategies to Enhance Credibility and Reliability</a:t>
            </a:r>
            <a:endParaRPr lang="en-US" altLang="en-US" sz="36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693106"/>
            <a:ext cx="8229600" cy="3583476"/>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Identifying biases (reflexivity)</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Collecting multiple forms of data (triangulation)</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Separating observations (data) from interpretations (memos)</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Seeking exceptions and contradictory evidence</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Spending considerable time on site</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Member checking and audit trails</a:t>
            </a:r>
          </a:p>
        </p:txBody>
      </p:sp>
    </p:spTree>
    <p:extLst>
      <p:ext uri="{BB962C8B-B14F-4D97-AF65-F5344CB8AC3E}">
        <p14:creationId xmlns:p14="http://schemas.microsoft.com/office/powerpoint/2010/main" val="16372288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32667"/>
            <a:ext cx="8229600" cy="559572"/>
          </a:xfrm>
        </p:spPr>
        <p:txBody>
          <a:bodyPr lIns="0" tIns="18000" rIns="0" bIns="18000">
            <a:spAutoFit/>
          </a:bodyPr>
          <a:lstStyle/>
          <a:p>
            <a:pPr lvl="0">
              <a:spcBef>
                <a:spcPct val="0"/>
              </a:spcBef>
              <a:buClrTx/>
            </a:pPr>
            <a:r>
              <a:rPr lang="en-US" kern="1200" dirty="0">
                <a:latin typeface="+mj-lt"/>
                <a:cs typeface="Times New Roman" panose="02020603050405020304" pitchFamily="18" charset="0"/>
              </a:rPr>
              <a:t>Selecting an Appropriate Sample </a:t>
            </a:r>
            <a:r>
              <a:rPr lang="en-US" sz="2600" kern="1200" dirty="0">
                <a:latin typeface="+mj-lt"/>
                <a:cs typeface="Times New Roman" panose="02020603050405020304" pitchFamily="18" charset="0"/>
              </a:rPr>
              <a:t>(1 of 3)</a:t>
            </a:r>
            <a:endParaRPr lang="en-US" sz="26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84896"/>
            <a:ext cx="8229600" cy="3375727"/>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Depends on your research question and goal</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Random samples best for generalizing to a larger population</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Purposive samples best when specific information/perspective is needed</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Grounded theorists tend to engage in:</a:t>
            </a:r>
          </a:p>
          <a:p>
            <a:pPr marL="1077913" lvl="2" indent="-358775">
              <a:spcAft>
                <a:spcPct val="0"/>
              </a:spcAft>
              <a:buSzPts val="2400"/>
            </a:pPr>
            <a:r>
              <a:rPr lang="en-US" sz="2400" kern="1200" dirty="0">
                <a:solidFill>
                  <a:srgbClr val="000000"/>
                </a:solidFill>
                <a:latin typeface="Arial" panose="020B0604020202020204" pitchFamily="34" charset="0"/>
                <a:cs typeface="Arial" panose="020B0604020202020204" pitchFamily="34" charset="0"/>
              </a:rPr>
              <a:t>Theoretical sampling</a:t>
            </a:r>
          </a:p>
          <a:p>
            <a:pPr marL="1077913" lvl="2" indent="-358775">
              <a:spcAft>
                <a:spcPct val="0"/>
              </a:spcAft>
              <a:buSzPts val="2400"/>
            </a:pPr>
            <a:r>
              <a:rPr lang="en-US" sz="2400" kern="1200" dirty="0">
                <a:solidFill>
                  <a:srgbClr val="000000"/>
                </a:solidFill>
                <a:latin typeface="Arial" panose="020B0604020202020204" pitchFamily="34" charset="0"/>
                <a:cs typeface="Arial" panose="020B0604020202020204" pitchFamily="34" charset="0"/>
              </a:rPr>
              <a:t>Discriminant sampling</a:t>
            </a:r>
          </a:p>
        </p:txBody>
      </p:sp>
    </p:spTree>
    <p:extLst>
      <p:ext uri="{BB962C8B-B14F-4D97-AF65-F5344CB8AC3E}">
        <p14:creationId xmlns:p14="http://schemas.microsoft.com/office/powerpoint/2010/main" val="21105908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32667"/>
            <a:ext cx="8229600" cy="559572"/>
          </a:xfrm>
        </p:spPr>
        <p:txBody>
          <a:bodyPr lIns="0" tIns="18000" rIns="0" bIns="18000">
            <a:spAutoFit/>
          </a:bodyPr>
          <a:lstStyle/>
          <a:p>
            <a:pPr lvl="0">
              <a:spcBef>
                <a:spcPct val="0"/>
              </a:spcBef>
              <a:buClrTx/>
            </a:pPr>
            <a:r>
              <a:rPr lang="en-US" kern="1200" dirty="0">
                <a:latin typeface="+mj-lt"/>
                <a:cs typeface="Times New Roman" panose="02020603050405020304" pitchFamily="18" charset="0"/>
              </a:rPr>
              <a:t>Selecting an Appropriate Sample </a:t>
            </a:r>
            <a:r>
              <a:rPr lang="en-US" sz="2600" kern="1200" dirty="0">
                <a:latin typeface="+mj-lt"/>
                <a:cs typeface="Times New Roman" panose="02020603050405020304" pitchFamily="18" charset="0"/>
              </a:rPr>
              <a:t>(2 of 3)</a:t>
            </a:r>
            <a:endParaRPr lang="en-US" sz="26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84896"/>
            <a:ext cx="8229600" cy="3375727"/>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Case study researchers may engage in </a:t>
            </a:r>
            <a:r>
              <a:rPr lang="en-US" sz="2400" b="1" kern="1200" dirty="0">
                <a:solidFill>
                  <a:srgbClr val="000000"/>
                </a:solidFill>
                <a:latin typeface="Arial" panose="020B0604020202020204" pitchFamily="34" charset="0"/>
                <a:cs typeface="Arial" panose="020B0604020202020204" pitchFamily="34" charset="0"/>
              </a:rPr>
              <a:t>extreme case sampling</a:t>
            </a:r>
            <a:r>
              <a:rPr lang="en-US" sz="2400" kern="1200" dirty="0">
                <a:solidFill>
                  <a:srgbClr val="000000"/>
                </a:solidFill>
                <a:latin typeface="Arial" panose="020B0604020202020204" pitchFamily="34" charset="0"/>
                <a:cs typeface="Arial" panose="020B0604020202020204" pitchFamily="34" charset="0"/>
              </a:rPr>
              <a:t>: A researcher selects individuals who have unique or deviant characteristics within a case, then focuses observations on those individuals</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When researchers have little control over certain situations they may employ:</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convenience sampling</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snowball sampling</a:t>
            </a:r>
          </a:p>
        </p:txBody>
      </p:sp>
    </p:spTree>
    <p:extLst>
      <p:ext uri="{BB962C8B-B14F-4D97-AF65-F5344CB8AC3E}">
        <p14:creationId xmlns:p14="http://schemas.microsoft.com/office/powerpoint/2010/main" val="11078559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32667"/>
            <a:ext cx="8229600" cy="559572"/>
          </a:xfrm>
        </p:spPr>
        <p:txBody>
          <a:bodyPr lIns="0" tIns="18000" rIns="0" bIns="18000">
            <a:spAutoFit/>
          </a:bodyPr>
          <a:lstStyle/>
          <a:p>
            <a:pPr lvl="0">
              <a:spcBef>
                <a:spcPct val="0"/>
              </a:spcBef>
              <a:buClrTx/>
            </a:pPr>
            <a:r>
              <a:rPr lang="en-US" kern="1200" dirty="0">
                <a:latin typeface="+mj-lt"/>
                <a:cs typeface="Times New Roman" panose="02020603050405020304" pitchFamily="18" charset="0"/>
              </a:rPr>
              <a:t>Selecting an Appropriate Sample </a:t>
            </a:r>
            <a:r>
              <a:rPr lang="en-US" sz="2600" kern="1200" dirty="0">
                <a:latin typeface="+mj-lt"/>
                <a:cs typeface="Times New Roman" panose="02020603050405020304" pitchFamily="18" charset="0"/>
              </a:rPr>
              <a:t>(3 of 3)</a:t>
            </a:r>
            <a:endParaRPr lang="en-US" sz="26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84896"/>
            <a:ext cx="8229600" cy="1513679"/>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Ideally, the sample should provide information not only about how things are </a:t>
            </a:r>
            <a:r>
              <a:rPr lang="en-US" sz="2400" b="1" kern="1200" dirty="0">
                <a:solidFill>
                  <a:srgbClr val="000000"/>
                </a:solidFill>
                <a:latin typeface="Arial" panose="020B0604020202020204" pitchFamily="34" charset="0"/>
                <a:cs typeface="Arial" panose="020B0604020202020204" pitchFamily="34" charset="0"/>
              </a:rPr>
              <a:t>on average </a:t>
            </a:r>
            <a:r>
              <a:rPr lang="en-US" sz="2400" kern="1200" dirty="0">
                <a:solidFill>
                  <a:srgbClr val="000000"/>
                </a:solidFill>
                <a:latin typeface="Arial" panose="020B0604020202020204" pitchFamily="34" charset="0"/>
                <a:cs typeface="Arial" panose="020B0604020202020204" pitchFamily="34" charset="0"/>
              </a:rPr>
              <a:t>but also about how much </a:t>
            </a:r>
            <a:r>
              <a:rPr lang="en-US" sz="2400" b="1" kern="1200" dirty="0">
                <a:solidFill>
                  <a:srgbClr val="000000"/>
                </a:solidFill>
                <a:latin typeface="Arial" panose="020B0604020202020204" pitchFamily="34" charset="0"/>
                <a:cs typeface="Arial" panose="020B0604020202020204" pitchFamily="34" charset="0"/>
              </a:rPr>
              <a:t>variability </a:t>
            </a:r>
            <a:r>
              <a:rPr lang="en-US" sz="2400" kern="1200" dirty="0">
                <a:solidFill>
                  <a:srgbClr val="000000"/>
                </a:solidFill>
                <a:latin typeface="Arial" panose="020B0604020202020204" pitchFamily="34" charset="0"/>
                <a:cs typeface="Arial" panose="020B0604020202020204" pitchFamily="34" charset="0"/>
              </a:rPr>
              <a:t>exists in the phenomenon under investigation.</a:t>
            </a:r>
          </a:p>
        </p:txBody>
      </p:sp>
    </p:spTree>
    <p:extLst>
      <p:ext uri="{BB962C8B-B14F-4D97-AF65-F5344CB8AC3E}">
        <p14:creationId xmlns:p14="http://schemas.microsoft.com/office/powerpoint/2010/main" val="18217090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1899"/>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Observations</a:t>
            </a:r>
            <a:endParaRPr lang="en-US" sz="36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84894"/>
            <a:ext cx="8229600" cy="2867896"/>
          </a:xfrm>
        </p:spPr>
        <p:txBody>
          <a:bodyPr wrap="square" lIns="0" tIns="18000" rIns="0" bIns="18000">
            <a:spAutoFit/>
          </a:bodyPr>
          <a:lstStyle/>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Typically unstructured, free-flowing</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Can be very time-consuming</a:t>
            </a:r>
          </a:p>
          <a:p>
            <a:pPr marL="358775" lvl="0" indent="-358775">
              <a:spcAft>
                <a:spcPct val="0"/>
              </a:spcAft>
              <a:buSzPts val="2400"/>
              <a:tabLst/>
            </a:pPr>
            <a:r>
              <a:rPr lang="en-US" sz="2400" kern="1200" dirty="0">
                <a:solidFill>
                  <a:srgbClr val="000000"/>
                </a:solidFill>
                <a:latin typeface="Arial" panose="020B0604020202020204" pitchFamily="34" charset="0"/>
                <a:cs typeface="Arial" panose="020B0604020202020204" pitchFamily="34" charset="0"/>
              </a:rPr>
              <a:t>Can be biased</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Researcher’s attention</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Researcher’s interpretations</a:t>
            </a:r>
          </a:p>
          <a:p>
            <a:pPr marL="741363" lvl="1" indent="-382588">
              <a:spcAft>
                <a:spcPct val="0"/>
              </a:spcAft>
              <a:buSzPts val="2400"/>
            </a:pPr>
            <a:r>
              <a:rPr lang="en-US" sz="2400" kern="1200" dirty="0">
                <a:solidFill>
                  <a:srgbClr val="000000"/>
                </a:solidFill>
                <a:latin typeface="Arial" panose="020B0604020202020204" pitchFamily="34" charset="0"/>
                <a:cs typeface="Arial" panose="020B0604020202020204" pitchFamily="34" charset="0"/>
              </a:rPr>
              <a:t>Researcher’s influence on participant</a:t>
            </a:r>
          </a:p>
        </p:txBody>
      </p:sp>
    </p:spTree>
    <p:extLst>
      <p:ext uri="{BB962C8B-B14F-4D97-AF65-F5344CB8AC3E}">
        <p14:creationId xmlns:p14="http://schemas.microsoft.com/office/powerpoint/2010/main" val="9116297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1892"/>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Interviews </a:t>
            </a:r>
            <a:r>
              <a:rPr lang="en-US" sz="2800" kern="1200" dirty="0">
                <a:latin typeface="+mj-lt"/>
                <a:cs typeface="Times New Roman" panose="02020603050405020304" pitchFamily="18" charset="0"/>
              </a:rPr>
              <a:t>(1 of 3)</a:t>
            </a:r>
            <a:endParaRPr lang="en-US" altLang="en-US" sz="28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84897"/>
            <a:ext cx="8229600" cy="2829424"/>
          </a:xfrm>
        </p:spPr>
        <p:txBody>
          <a:bodyPr wrap="square" lIns="0" tIns="18000" rIns="0" bIns="18000">
            <a:spAutoFit/>
          </a:bodyPr>
          <a:lstStyle/>
          <a:p>
            <a:pPr marL="432054" lvl="0" indent="-432054">
              <a:spcAft>
                <a:spcPct val="0"/>
              </a:spcAft>
              <a:buSzPts val="2400"/>
              <a:buFont typeface="+mj-lt"/>
              <a:buAutoNum type="arabicPeriod"/>
              <a:tabLst/>
            </a:pPr>
            <a:r>
              <a:rPr lang="en-US" sz="2400" kern="1200" dirty="0">
                <a:solidFill>
                  <a:srgbClr val="000000"/>
                </a:solidFill>
                <a:latin typeface="Arial" panose="020B0604020202020204" pitchFamily="34" charset="0"/>
                <a:cs typeface="Arial" panose="020B0604020202020204" pitchFamily="34" charset="0"/>
              </a:rPr>
              <a:t>Identify general questions and follow-up questions in advance</a:t>
            </a:r>
          </a:p>
          <a:p>
            <a:pPr marL="432054" lvl="0" indent="-432054">
              <a:spcAft>
                <a:spcPct val="0"/>
              </a:spcAft>
              <a:buSzPts val="2400"/>
              <a:buFont typeface="+mj-lt"/>
              <a:buAutoNum type="arabicPeriod"/>
              <a:tabLst/>
            </a:pPr>
            <a:r>
              <a:rPr lang="en-US" sz="2400" kern="1200" dirty="0">
                <a:solidFill>
                  <a:srgbClr val="000000"/>
                </a:solidFill>
                <a:latin typeface="Arial" panose="020B0604020202020204" pitchFamily="34" charset="0"/>
                <a:cs typeface="Arial" panose="020B0604020202020204" pitchFamily="34" charset="0"/>
              </a:rPr>
              <a:t>Consider participants’ cultural backgrounds</a:t>
            </a:r>
          </a:p>
          <a:p>
            <a:pPr marL="432054" lvl="0" indent="-432054">
              <a:spcAft>
                <a:spcPct val="0"/>
              </a:spcAft>
              <a:buSzPts val="2400"/>
              <a:buFont typeface="+mj-lt"/>
              <a:buAutoNum type="arabicPeriod"/>
              <a:tabLst/>
            </a:pPr>
            <a:r>
              <a:rPr lang="en-US" sz="2400" kern="1200" dirty="0">
                <a:solidFill>
                  <a:srgbClr val="000000"/>
                </a:solidFill>
                <a:latin typeface="Arial" panose="020B0604020202020204" pitchFamily="34" charset="0"/>
                <a:cs typeface="Arial" panose="020B0604020202020204" pitchFamily="34" charset="0"/>
              </a:rPr>
              <a:t>Make sure sample includes people who can give the information you want</a:t>
            </a:r>
          </a:p>
          <a:p>
            <a:pPr marL="432054" lvl="0" indent="-432054">
              <a:spcAft>
                <a:spcPct val="0"/>
              </a:spcAft>
              <a:buSzPts val="2400"/>
              <a:buFont typeface="+mj-lt"/>
              <a:buAutoNum type="arabicPeriod"/>
              <a:tabLst/>
            </a:pPr>
            <a:r>
              <a:rPr lang="en-US" sz="2400" kern="1200" dirty="0">
                <a:solidFill>
                  <a:srgbClr val="000000"/>
                </a:solidFill>
                <a:latin typeface="Arial" panose="020B0604020202020204" pitchFamily="34" charset="0"/>
                <a:cs typeface="Arial" panose="020B0604020202020204" pitchFamily="34" charset="0"/>
              </a:rPr>
              <a:t>Find a suitable location</a:t>
            </a:r>
          </a:p>
        </p:txBody>
      </p:sp>
    </p:spTree>
    <p:extLst>
      <p:ext uri="{BB962C8B-B14F-4D97-AF65-F5344CB8AC3E}">
        <p14:creationId xmlns:p14="http://schemas.microsoft.com/office/powerpoint/2010/main" val="2471956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1892"/>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Interviews </a:t>
            </a:r>
            <a:r>
              <a:rPr lang="en-US" sz="2800" kern="1200" dirty="0">
                <a:latin typeface="+mj-lt"/>
                <a:cs typeface="Times New Roman" panose="02020603050405020304" pitchFamily="18" charset="0"/>
              </a:rPr>
              <a:t>(2 of 3)</a:t>
            </a:r>
            <a:endParaRPr lang="en-US" altLang="en-US" sz="28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84897"/>
            <a:ext cx="8229600" cy="2460092"/>
          </a:xfrm>
        </p:spPr>
        <p:txBody>
          <a:bodyPr wrap="square" lIns="0" tIns="18000" rIns="0" bIns="18000">
            <a:spAutoFit/>
          </a:bodyPr>
          <a:lstStyle/>
          <a:p>
            <a:pPr marL="432054" lvl="0" indent="-432054">
              <a:spcAft>
                <a:spcPct val="0"/>
              </a:spcAft>
              <a:buSzPts val="2400"/>
              <a:buFont typeface="+mj-lt"/>
              <a:buAutoNum type="arabicPeriod" startAt="5"/>
              <a:tabLst/>
            </a:pPr>
            <a:r>
              <a:rPr lang="en-US" sz="2400" kern="1200" dirty="0">
                <a:solidFill>
                  <a:srgbClr val="000000"/>
                </a:solidFill>
                <a:latin typeface="Arial" panose="020B0604020202020204" pitchFamily="34" charset="0"/>
                <a:cs typeface="Arial" panose="020B0604020202020204" pitchFamily="34" charset="0"/>
              </a:rPr>
              <a:t>Get written permission</a:t>
            </a:r>
          </a:p>
          <a:p>
            <a:pPr marL="432054" lvl="0" indent="-432054">
              <a:spcAft>
                <a:spcPct val="0"/>
              </a:spcAft>
              <a:buSzPts val="2400"/>
              <a:buFont typeface="+mj-lt"/>
              <a:buAutoNum type="arabicPeriod" startAt="5"/>
              <a:tabLst/>
            </a:pPr>
            <a:r>
              <a:rPr lang="en-US" sz="2400" kern="1200" dirty="0">
                <a:solidFill>
                  <a:srgbClr val="000000"/>
                </a:solidFill>
                <a:latin typeface="Arial" panose="020B0604020202020204" pitchFamily="34" charset="0"/>
                <a:cs typeface="Arial" panose="020B0604020202020204" pitchFamily="34" charset="0"/>
              </a:rPr>
              <a:t>Establish and maintain rapport</a:t>
            </a:r>
          </a:p>
          <a:p>
            <a:pPr marL="432054" lvl="0" indent="-432054">
              <a:spcAft>
                <a:spcPct val="0"/>
              </a:spcAft>
              <a:buSzPts val="2400"/>
              <a:buFont typeface="+mj-lt"/>
              <a:buAutoNum type="arabicPeriod" startAt="5"/>
              <a:tabLst/>
            </a:pPr>
            <a:r>
              <a:rPr lang="en-US" sz="2400" kern="1200" dirty="0">
                <a:solidFill>
                  <a:srgbClr val="000000"/>
                </a:solidFill>
                <a:latin typeface="Arial" panose="020B0604020202020204" pitchFamily="34" charset="0"/>
                <a:cs typeface="Arial" panose="020B0604020202020204" pitchFamily="34" charset="0"/>
              </a:rPr>
              <a:t>Focus on the actual rather than on the abstract or hypothetical</a:t>
            </a:r>
          </a:p>
          <a:p>
            <a:pPr marL="432054" lvl="0" indent="-432054">
              <a:spcAft>
                <a:spcPct val="0"/>
              </a:spcAft>
              <a:buSzPts val="2400"/>
              <a:buFont typeface="+mj-lt"/>
              <a:buAutoNum type="arabicPeriod" startAt="5"/>
              <a:tabLst/>
            </a:pPr>
            <a:r>
              <a:rPr lang="en-US" sz="2400" kern="1200" dirty="0">
                <a:solidFill>
                  <a:srgbClr val="000000"/>
                </a:solidFill>
                <a:latin typeface="Arial" panose="020B0604020202020204" pitchFamily="34" charset="0"/>
                <a:cs typeface="Arial" panose="020B0604020202020204" pitchFamily="34" charset="0"/>
              </a:rPr>
              <a:t>Don’t put words in people’s mouths</a:t>
            </a:r>
          </a:p>
        </p:txBody>
      </p:sp>
    </p:spTree>
    <p:extLst>
      <p:ext uri="{BB962C8B-B14F-4D97-AF65-F5344CB8AC3E}">
        <p14:creationId xmlns:p14="http://schemas.microsoft.com/office/powerpoint/2010/main" val="21707481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1892"/>
            <a:ext cx="8229600" cy="590349"/>
          </a:xfrm>
        </p:spPr>
        <p:txBody>
          <a:bodyPr lIns="0" tIns="18000" rIns="0" bIns="18000">
            <a:spAutoFit/>
          </a:bodyPr>
          <a:lstStyle/>
          <a:p>
            <a:pPr lvl="0">
              <a:spcBef>
                <a:spcPct val="0"/>
              </a:spcBef>
              <a:buClrTx/>
            </a:pPr>
            <a:r>
              <a:rPr lang="en-US" sz="3600" kern="1200" dirty="0">
                <a:latin typeface="+mj-lt"/>
                <a:cs typeface="Times New Roman" panose="02020603050405020304" pitchFamily="18" charset="0"/>
              </a:rPr>
              <a:t>Interviews </a:t>
            </a:r>
            <a:r>
              <a:rPr lang="en-US" sz="2800" kern="1200" dirty="0">
                <a:latin typeface="+mj-lt"/>
                <a:cs typeface="Times New Roman" panose="02020603050405020304" pitchFamily="18" charset="0"/>
              </a:rPr>
              <a:t>(3 of 3)</a:t>
            </a:r>
            <a:endParaRPr lang="en-US" altLang="en-US" sz="2800" kern="1200" dirty="0">
              <a:latin typeface="+mj-lt"/>
              <a:ea typeface="+mj-ea"/>
              <a:cs typeface="Times New Roman" panose="02020603050405020304" pitchFamily="18" charset="0"/>
            </a:endParaRPr>
          </a:p>
        </p:txBody>
      </p:sp>
      <p:sp>
        <p:nvSpPr>
          <p:cNvPr id="3" name="Text Placeholder 2"/>
          <p:cNvSpPr>
            <a:spLocks noGrp="1"/>
          </p:cNvSpPr>
          <p:nvPr>
            <p:ph type="body" idx="1"/>
          </p:nvPr>
        </p:nvSpPr>
        <p:spPr>
          <a:xfrm>
            <a:off x="457200" y="1284897"/>
            <a:ext cx="8229600" cy="2460092"/>
          </a:xfrm>
        </p:spPr>
        <p:txBody>
          <a:bodyPr wrap="square" lIns="0" tIns="18000" rIns="0" bIns="18000">
            <a:spAutoFit/>
          </a:bodyPr>
          <a:lstStyle/>
          <a:p>
            <a:pPr marL="533400" lvl="0" indent="-533400">
              <a:spcAft>
                <a:spcPct val="0"/>
              </a:spcAft>
              <a:buSzPts val="2400"/>
              <a:buFont typeface="+mj-lt"/>
              <a:buAutoNum type="arabicPeriod" startAt="9"/>
              <a:tabLst/>
            </a:pPr>
            <a:r>
              <a:rPr lang="en-US" sz="2400" kern="1200" dirty="0">
                <a:solidFill>
                  <a:srgbClr val="000000"/>
                </a:solidFill>
                <a:latin typeface="Arial" panose="020B0604020202020204" pitchFamily="34" charset="0"/>
                <a:cs typeface="Arial" panose="020B0604020202020204" pitchFamily="34" charset="0"/>
              </a:rPr>
              <a:t>Record responses verbatim </a:t>
            </a:r>
          </a:p>
          <a:p>
            <a:pPr marL="538163" lvl="0" indent="-538163">
              <a:spcAft>
                <a:spcPct val="0"/>
              </a:spcAft>
              <a:buSzPts val="2400"/>
              <a:buFont typeface="+mj-lt"/>
              <a:buAutoNum type="arabicPeriod" startAt="9"/>
              <a:tabLst/>
            </a:pPr>
            <a:r>
              <a:rPr lang="en-US" sz="2400" kern="1200" dirty="0">
                <a:solidFill>
                  <a:srgbClr val="000000"/>
                </a:solidFill>
                <a:latin typeface="Arial" panose="020B0604020202020204" pitchFamily="34" charset="0"/>
                <a:cs typeface="Arial" panose="020B0604020202020204" pitchFamily="34" charset="0"/>
              </a:rPr>
              <a:t>Keep your reactions to yourself</a:t>
            </a:r>
          </a:p>
          <a:p>
            <a:pPr marL="538163" lvl="0" indent="-538163">
              <a:spcAft>
                <a:spcPct val="0"/>
              </a:spcAft>
              <a:buSzPts val="2400"/>
              <a:buFont typeface="+mj-lt"/>
              <a:buAutoNum type="arabicPeriod" startAt="9"/>
              <a:tabLst/>
            </a:pPr>
            <a:r>
              <a:rPr lang="en-US" sz="2400" kern="1200" dirty="0">
                <a:solidFill>
                  <a:srgbClr val="000000"/>
                </a:solidFill>
                <a:latin typeface="Arial" panose="020B0604020202020204" pitchFamily="34" charset="0"/>
                <a:cs typeface="Arial" panose="020B0604020202020204" pitchFamily="34" charset="0"/>
              </a:rPr>
              <a:t>Remember that you may not be getting the “facts”</a:t>
            </a:r>
          </a:p>
          <a:p>
            <a:pPr marL="538163" lvl="0" indent="-538163">
              <a:spcAft>
                <a:spcPct val="0"/>
              </a:spcAft>
              <a:buSzPts val="2400"/>
              <a:buFont typeface="+mj-lt"/>
              <a:buAutoNum type="arabicPeriod" startAt="9"/>
              <a:tabLst/>
            </a:pPr>
            <a:r>
              <a:rPr lang="en-US" sz="2400" kern="1200" dirty="0">
                <a:solidFill>
                  <a:srgbClr val="000000"/>
                </a:solidFill>
                <a:latin typeface="Arial" panose="020B0604020202020204" pitchFamily="34" charset="0"/>
                <a:cs typeface="Arial" panose="020B0604020202020204" pitchFamily="34" charset="0"/>
              </a:rPr>
              <a:t>When conducting a focus group, take group dynamics into account</a:t>
            </a:r>
          </a:p>
        </p:txBody>
      </p:sp>
    </p:spTree>
    <p:extLst>
      <p:ext uri="{BB962C8B-B14F-4D97-AF65-F5344CB8AC3E}">
        <p14:creationId xmlns:p14="http://schemas.microsoft.com/office/powerpoint/2010/main" val="1358199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85266"/>
            <a:ext cx="8229600" cy="1144347"/>
          </a:xfrm>
        </p:spPr>
        <p:txBody>
          <a:bodyPr lIns="0" tIns="18000" rIns="0" bIns="18000">
            <a:spAutoFit/>
          </a:bodyPr>
          <a:lstStyle/>
          <a:p>
            <a:pPr lvl="0">
              <a:spcBef>
                <a:spcPct val="0"/>
              </a:spcBef>
              <a:buClrTx/>
            </a:pPr>
            <a:r>
              <a:rPr lang="en-US" sz="3600" kern="1200">
                <a:latin typeface="+mj-lt"/>
                <a:cs typeface="Times New Roman" panose="02020603050405020304" pitchFamily="18" charset="0"/>
              </a:rPr>
              <a:t>Criteria for Evaluating Qualitative Research</a:t>
            </a:r>
            <a:r>
              <a:rPr lang="en-US" sz="2800" kern="1200">
                <a:latin typeface="+mj-lt"/>
                <a:cs typeface="Times New Roman" panose="02020603050405020304" pitchFamily="18" charset="0"/>
              </a:rPr>
              <a:t> (1 of 4)</a:t>
            </a:r>
            <a:endParaRPr lang="en-US" altLang="en-US" sz="2800" kern="1200">
              <a:latin typeface="+mj-lt"/>
              <a:ea typeface="+mj-ea"/>
              <a:cs typeface="Times New Roman" panose="02020603050405020304" pitchFamily="18" charset="0"/>
            </a:endParaRPr>
          </a:p>
        </p:txBody>
      </p:sp>
      <p:sp>
        <p:nvSpPr>
          <p:cNvPr id="7" name="Content Placeholder 6">
            <a:extLst>
              <a:ext uri="{FF2B5EF4-FFF2-40B4-BE49-F238E27FC236}">
                <a16:creationId xmlns:a16="http://schemas.microsoft.com/office/drawing/2014/main" id="{7138F229-BE90-4F41-BCE3-CBF96628B85B}"/>
              </a:ext>
            </a:extLst>
          </p:cNvPr>
          <p:cNvSpPr>
            <a:spLocks noGrp="1"/>
          </p:cNvSpPr>
          <p:nvPr>
            <p:ph sz="quarter" idx="13"/>
          </p:nvPr>
        </p:nvSpPr>
        <p:spPr>
          <a:xfrm>
            <a:off x="457200" y="1927180"/>
            <a:ext cx="8229600" cy="405683"/>
          </a:xfrm>
        </p:spPr>
        <p:txBody>
          <a:bodyPr lIns="0" tIns="18000" rIns="0" bIns="18000">
            <a:spAutoFit/>
          </a:bodyPr>
          <a:lstStyle/>
          <a:p>
            <a:pPr marL="343332" indent="-342900">
              <a:buFont typeface="+mj-lt"/>
              <a:buAutoNum type="arabicPeriod"/>
            </a:pPr>
            <a:r>
              <a:rPr lang="en-US" sz="2400" dirty="0">
                <a:latin typeface="Arial" panose="020B0604020202020204" pitchFamily="34" charset="0"/>
                <a:cs typeface="Arial" panose="020B0604020202020204" pitchFamily="34" charset="0"/>
              </a:rPr>
              <a:t>Purposefulness</a:t>
            </a:r>
          </a:p>
        </p:txBody>
      </p:sp>
      <p:sp>
        <p:nvSpPr>
          <p:cNvPr id="8" name="Content Placeholder 7">
            <a:extLst>
              <a:ext uri="{FF2B5EF4-FFF2-40B4-BE49-F238E27FC236}">
                <a16:creationId xmlns:a16="http://schemas.microsoft.com/office/drawing/2014/main" id="{518F4C5E-5874-4F05-A116-24964906AF87}"/>
              </a:ext>
            </a:extLst>
          </p:cNvPr>
          <p:cNvSpPr>
            <a:spLocks noGrp="1"/>
          </p:cNvSpPr>
          <p:nvPr>
            <p:ph sz="quarter" idx="14"/>
          </p:nvPr>
        </p:nvSpPr>
        <p:spPr>
          <a:xfrm>
            <a:off x="457200" y="2454601"/>
            <a:ext cx="8232775" cy="775015"/>
          </a:xfrm>
        </p:spPr>
        <p:txBody>
          <a:bodyPr lIns="0" tIns="18000" rIns="0" bIns="18000">
            <a:spAutoFit/>
          </a:bodyPr>
          <a:lstStyle/>
          <a:p>
            <a:pPr marL="845693" lvl="1" indent="-358775"/>
            <a:r>
              <a:rPr lang="en-US" sz="2400" dirty="0">
                <a:latin typeface="Arial" panose="020B0604020202020204" pitchFamily="34" charset="0"/>
                <a:cs typeface="Arial" panose="020B0604020202020204" pitchFamily="34" charset="0"/>
              </a:rPr>
              <a:t>The research question drives the methods used to collect and analyze data.</a:t>
            </a:r>
          </a:p>
        </p:txBody>
      </p:sp>
      <p:sp>
        <p:nvSpPr>
          <p:cNvPr id="9" name="Content Placeholder 8">
            <a:extLst>
              <a:ext uri="{FF2B5EF4-FFF2-40B4-BE49-F238E27FC236}">
                <a16:creationId xmlns:a16="http://schemas.microsoft.com/office/drawing/2014/main" id="{4C1A4481-2949-4C0D-874C-EB4CAF40C248}"/>
              </a:ext>
            </a:extLst>
          </p:cNvPr>
          <p:cNvSpPr>
            <a:spLocks noGrp="1"/>
          </p:cNvSpPr>
          <p:nvPr>
            <p:ph sz="quarter" idx="15"/>
          </p:nvPr>
        </p:nvSpPr>
        <p:spPr>
          <a:xfrm>
            <a:off x="457200" y="3372293"/>
            <a:ext cx="8229600" cy="405683"/>
          </a:xfrm>
        </p:spPr>
        <p:txBody>
          <a:bodyPr lIns="0" tIns="18000" rIns="0" bIns="18000">
            <a:spAutoFit/>
          </a:bodyPr>
          <a:lstStyle/>
          <a:p>
            <a:pPr marL="342900" indent="-342900">
              <a:buFont typeface="+mj-lt"/>
              <a:buAutoNum type="arabicPeriod" startAt="2"/>
            </a:pPr>
            <a:r>
              <a:rPr lang="en-US" sz="2400" dirty="0">
                <a:latin typeface="Arial" panose="020B0604020202020204" pitchFamily="34" charset="0"/>
                <a:cs typeface="Arial" panose="020B0604020202020204" pitchFamily="34" charset="0"/>
              </a:rPr>
              <a:t>Explicitness of assumptions and biases</a:t>
            </a:r>
          </a:p>
        </p:txBody>
      </p:sp>
      <p:sp>
        <p:nvSpPr>
          <p:cNvPr id="10" name="Content Placeholder 9">
            <a:extLst>
              <a:ext uri="{FF2B5EF4-FFF2-40B4-BE49-F238E27FC236}">
                <a16:creationId xmlns:a16="http://schemas.microsoft.com/office/drawing/2014/main" id="{5D977F97-68AD-4650-962A-39B4A86EA3E8}"/>
              </a:ext>
            </a:extLst>
          </p:cNvPr>
          <p:cNvSpPr>
            <a:spLocks noGrp="1"/>
          </p:cNvSpPr>
          <p:nvPr>
            <p:ph sz="quarter" idx="16"/>
          </p:nvPr>
        </p:nvSpPr>
        <p:spPr>
          <a:xfrm>
            <a:off x="457200" y="3885283"/>
            <a:ext cx="8229600" cy="775015"/>
          </a:xfrm>
        </p:spPr>
        <p:txBody>
          <a:bodyPr lIns="0" tIns="18000" rIns="0" bIns="18000">
            <a:spAutoFit/>
          </a:bodyPr>
          <a:lstStyle/>
          <a:p>
            <a:pPr marL="846137" lvl="1" indent="-358775"/>
            <a:r>
              <a:rPr lang="en-US" sz="2400" dirty="0">
                <a:latin typeface="Arial" panose="020B0604020202020204" pitchFamily="34" charset="0"/>
                <a:cs typeface="Arial" panose="020B0604020202020204" pitchFamily="34" charset="0"/>
              </a:rPr>
              <a:t>The researcher identifies and communicates anything that may influence data collection and interpretation.</a:t>
            </a:r>
          </a:p>
        </p:txBody>
      </p:sp>
      <p:sp>
        <p:nvSpPr>
          <p:cNvPr id="11" name="Content Placeholder 10">
            <a:extLst>
              <a:ext uri="{FF2B5EF4-FFF2-40B4-BE49-F238E27FC236}">
                <a16:creationId xmlns:a16="http://schemas.microsoft.com/office/drawing/2014/main" id="{A32A70F1-C046-4615-8444-DC69E2B05DEA}"/>
              </a:ext>
            </a:extLst>
          </p:cNvPr>
          <p:cNvSpPr>
            <a:spLocks noGrp="1"/>
          </p:cNvSpPr>
          <p:nvPr>
            <p:ph sz="quarter" idx="17"/>
          </p:nvPr>
        </p:nvSpPr>
        <p:spPr>
          <a:xfrm>
            <a:off x="457200" y="4724389"/>
            <a:ext cx="8229600" cy="405683"/>
          </a:xfrm>
        </p:spPr>
        <p:txBody>
          <a:bodyPr lIns="0" tIns="18000" rIns="0" bIns="18000">
            <a:spAutoFit/>
          </a:bodyPr>
          <a:lstStyle/>
          <a:p>
            <a:pPr marL="342900" indent="-342900">
              <a:buFont typeface="+mj-lt"/>
              <a:buAutoNum type="arabicPeriod" startAt="3"/>
            </a:pPr>
            <a:r>
              <a:rPr lang="en-US" sz="2400" dirty="0">
                <a:latin typeface="Arial" panose="020B0604020202020204" pitchFamily="34" charset="0"/>
                <a:cs typeface="Arial" panose="020B0604020202020204" pitchFamily="34" charset="0"/>
              </a:rPr>
              <a:t>Rigor</a:t>
            </a:r>
          </a:p>
        </p:txBody>
      </p:sp>
      <p:sp>
        <p:nvSpPr>
          <p:cNvPr id="12" name="Content Placeholder 11">
            <a:extLst>
              <a:ext uri="{FF2B5EF4-FFF2-40B4-BE49-F238E27FC236}">
                <a16:creationId xmlns:a16="http://schemas.microsoft.com/office/drawing/2014/main" id="{D54CE0D5-1A2E-4EB8-957B-C090A74E9F6F}"/>
              </a:ext>
            </a:extLst>
          </p:cNvPr>
          <p:cNvSpPr>
            <a:spLocks noGrp="1"/>
          </p:cNvSpPr>
          <p:nvPr>
            <p:ph sz="quarter" idx="18"/>
          </p:nvPr>
        </p:nvSpPr>
        <p:spPr>
          <a:xfrm>
            <a:off x="457200" y="5237671"/>
            <a:ext cx="8229600" cy="1144347"/>
          </a:xfrm>
        </p:spPr>
        <p:txBody>
          <a:bodyPr lIns="0" tIns="18000" rIns="0" bIns="18000">
            <a:spAutoFit/>
          </a:bodyPr>
          <a:lstStyle/>
          <a:p>
            <a:pPr marL="829818" lvl="1" indent="-342900"/>
            <a:r>
              <a:rPr lang="en-US" sz="2400" dirty="0">
                <a:latin typeface="Arial" panose="020B0604020202020204" pitchFamily="34" charset="0"/>
                <a:cs typeface="Arial" panose="020B0604020202020204" pitchFamily="34" charset="0"/>
              </a:rPr>
              <a:t>The researcher uses rigorous, precise, and thorough methods and takes steps to remain as objective as possible.</a:t>
            </a:r>
          </a:p>
        </p:txBody>
      </p:sp>
    </p:spTree>
    <p:extLst>
      <p:ext uri="{BB962C8B-B14F-4D97-AF65-F5344CB8AC3E}">
        <p14:creationId xmlns:p14="http://schemas.microsoft.com/office/powerpoint/2010/main" val="40904384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85266"/>
            <a:ext cx="8229600" cy="1144347"/>
          </a:xfrm>
        </p:spPr>
        <p:txBody>
          <a:bodyPr lIns="0" tIns="18000" rIns="0" bIns="18000">
            <a:spAutoFit/>
          </a:bodyPr>
          <a:lstStyle/>
          <a:p>
            <a:pPr lvl="0">
              <a:spcBef>
                <a:spcPct val="0"/>
              </a:spcBef>
              <a:buClrTx/>
            </a:pPr>
            <a:r>
              <a:rPr lang="en-US" sz="3600" kern="1200">
                <a:latin typeface="+mj-lt"/>
                <a:cs typeface="Times New Roman" panose="02020603050405020304" pitchFamily="18" charset="0"/>
              </a:rPr>
              <a:t>Criteria for Evaluating Qualitative Research</a:t>
            </a:r>
            <a:r>
              <a:rPr lang="en-US" sz="2800" kern="1200">
                <a:latin typeface="+mj-lt"/>
                <a:cs typeface="Times New Roman" panose="02020603050405020304" pitchFamily="18" charset="0"/>
              </a:rPr>
              <a:t> (2 of 4)</a:t>
            </a:r>
            <a:endParaRPr lang="en-US" altLang="en-US" sz="2800" kern="1200">
              <a:latin typeface="+mj-lt"/>
              <a:ea typeface="+mj-ea"/>
              <a:cs typeface="Times New Roman" panose="02020603050405020304" pitchFamily="18" charset="0"/>
            </a:endParaRPr>
          </a:p>
        </p:txBody>
      </p:sp>
      <p:sp>
        <p:nvSpPr>
          <p:cNvPr id="7" name="Content Placeholder 6">
            <a:extLst>
              <a:ext uri="{FF2B5EF4-FFF2-40B4-BE49-F238E27FC236}">
                <a16:creationId xmlns:a16="http://schemas.microsoft.com/office/drawing/2014/main" id="{7138F229-BE90-4F41-BCE3-CBF96628B85B}"/>
              </a:ext>
            </a:extLst>
          </p:cNvPr>
          <p:cNvSpPr>
            <a:spLocks noGrp="1"/>
          </p:cNvSpPr>
          <p:nvPr>
            <p:ph sz="quarter" idx="13"/>
          </p:nvPr>
        </p:nvSpPr>
        <p:spPr>
          <a:xfrm>
            <a:off x="457200" y="1927180"/>
            <a:ext cx="8229600" cy="405683"/>
          </a:xfrm>
        </p:spPr>
        <p:txBody>
          <a:bodyPr wrap="square" lIns="0" tIns="18000" rIns="0" bIns="18000">
            <a:spAutoFit/>
          </a:bodyPr>
          <a:lstStyle/>
          <a:p>
            <a:pPr marL="457632" indent="-457200">
              <a:buFont typeface="+mj-lt"/>
              <a:buAutoNum type="arabicPeriod" startAt="4"/>
            </a:pPr>
            <a:r>
              <a:rPr lang="en-US" sz="2400" dirty="0">
                <a:latin typeface="Arial" panose="020B0604020202020204" pitchFamily="34" charset="0"/>
                <a:cs typeface="Arial" panose="020B0604020202020204" pitchFamily="34" charset="0"/>
              </a:rPr>
              <a:t>Open-mindedness</a:t>
            </a:r>
          </a:p>
        </p:txBody>
      </p:sp>
      <p:sp>
        <p:nvSpPr>
          <p:cNvPr id="8" name="Content Placeholder 7">
            <a:extLst>
              <a:ext uri="{FF2B5EF4-FFF2-40B4-BE49-F238E27FC236}">
                <a16:creationId xmlns:a16="http://schemas.microsoft.com/office/drawing/2014/main" id="{518F4C5E-5874-4F05-A116-24964906AF87}"/>
              </a:ext>
            </a:extLst>
          </p:cNvPr>
          <p:cNvSpPr>
            <a:spLocks noGrp="1"/>
          </p:cNvSpPr>
          <p:nvPr>
            <p:ph sz="quarter" idx="14"/>
          </p:nvPr>
        </p:nvSpPr>
        <p:spPr>
          <a:xfrm>
            <a:off x="457200" y="2454601"/>
            <a:ext cx="8232775" cy="775015"/>
          </a:xfrm>
        </p:spPr>
        <p:txBody>
          <a:bodyPr lIns="0" tIns="18000" rIns="0" bIns="18000">
            <a:spAutoFit/>
          </a:bodyPr>
          <a:lstStyle/>
          <a:p>
            <a:pPr marL="845693" lvl="1" indent="-358775"/>
            <a:r>
              <a:rPr lang="en-US" sz="2400" dirty="0">
                <a:latin typeface="Arial" panose="020B0604020202020204" pitchFamily="34" charset="0"/>
                <a:cs typeface="Arial" panose="020B0604020202020204" pitchFamily="34" charset="0"/>
              </a:rPr>
              <a:t>The researcher shows a willingness to modify hypotheses and interpretations when necessary.</a:t>
            </a:r>
          </a:p>
        </p:txBody>
      </p:sp>
      <p:sp>
        <p:nvSpPr>
          <p:cNvPr id="9" name="Content Placeholder 8">
            <a:extLst>
              <a:ext uri="{FF2B5EF4-FFF2-40B4-BE49-F238E27FC236}">
                <a16:creationId xmlns:a16="http://schemas.microsoft.com/office/drawing/2014/main" id="{4C1A4481-2949-4C0D-874C-EB4CAF40C248}"/>
              </a:ext>
            </a:extLst>
          </p:cNvPr>
          <p:cNvSpPr>
            <a:spLocks noGrp="1"/>
          </p:cNvSpPr>
          <p:nvPr>
            <p:ph sz="quarter" idx="15"/>
          </p:nvPr>
        </p:nvSpPr>
        <p:spPr>
          <a:xfrm>
            <a:off x="457200" y="3372293"/>
            <a:ext cx="8229600" cy="405683"/>
          </a:xfrm>
        </p:spPr>
        <p:txBody>
          <a:bodyPr lIns="0" tIns="18000" rIns="0" bIns="18000">
            <a:spAutoFit/>
          </a:bodyPr>
          <a:lstStyle/>
          <a:p>
            <a:pPr marL="457200" indent="-457200">
              <a:buFont typeface="+mj-lt"/>
              <a:buAutoNum type="arabicPeriod" startAt="5"/>
            </a:pPr>
            <a:r>
              <a:rPr lang="en-US" sz="2400" dirty="0">
                <a:latin typeface="Arial" panose="020B0604020202020204" pitchFamily="34" charset="0"/>
                <a:cs typeface="Arial" panose="020B0604020202020204" pitchFamily="34" charset="0"/>
              </a:rPr>
              <a:t>Completeness</a:t>
            </a:r>
          </a:p>
        </p:txBody>
      </p:sp>
      <p:sp>
        <p:nvSpPr>
          <p:cNvPr id="10" name="Content Placeholder 9">
            <a:extLst>
              <a:ext uri="{FF2B5EF4-FFF2-40B4-BE49-F238E27FC236}">
                <a16:creationId xmlns:a16="http://schemas.microsoft.com/office/drawing/2014/main" id="{5D977F97-68AD-4650-962A-39B4A86EA3E8}"/>
              </a:ext>
            </a:extLst>
          </p:cNvPr>
          <p:cNvSpPr>
            <a:spLocks noGrp="1"/>
          </p:cNvSpPr>
          <p:nvPr>
            <p:ph sz="quarter" idx="16"/>
          </p:nvPr>
        </p:nvSpPr>
        <p:spPr>
          <a:xfrm>
            <a:off x="457200" y="3885283"/>
            <a:ext cx="8229600" cy="775015"/>
          </a:xfrm>
        </p:spPr>
        <p:txBody>
          <a:bodyPr lIns="0" tIns="18000" rIns="0" bIns="18000">
            <a:spAutoFit/>
          </a:bodyPr>
          <a:lstStyle/>
          <a:p>
            <a:pPr marL="846137" lvl="1" indent="-358775"/>
            <a:r>
              <a:rPr lang="en-US" sz="2400" dirty="0">
                <a:latin typeface="Arial" panose="020B0604020202020204" pitchFamily="34" charset="0"/>
                <a:cs typeface="Arial" panose="020B0604020202020204" pitchFamily="34" charset="0"/>
              </a:rPr>
              <a:t>The researcher develops an in-depth, multifaceted picture of the phenomenon (i.e., thick description).</a:t>
            </a:r>
          </a:p>
        </p:txBody>
      </p:sp>
      <p:sp>
        <p:nvSpPr>
          <p:cNvPr id="11" name="Content Placeholder 10">
            <a:extLst>
              <a:ext uri="{FF2B5EF4-FFF2-40B4-BE49-F238E27FC236}">
                <a16:creationId xmlns:a16="http://schemas.microsoft.com/office/drawing/2014/main" id="{A32A70F1-C046-4615-8444-DC69E2B05DEA}"/>
              </a:ext>
            </a:extLst>
          </p:cNvPr>
          <p:cNvSpPr>
            <a:spLocks noGrp="1"/>
          </p:cNvSpPr>
          <p:nvPr>
            <p:ph sz="quarter" idx="17"/>
          </p:nvPr>
        </p:nvSpPr>
        <p:spPr>
          <a:xfrm>
            <a:off x="457200" y="4724389"/>
            <a:ext cx="8229600" cy="405683"/>
          </a:xfrm>
        </p:spPr>
        <p:txBody>
          <a:bodyPr lIns="0" tIns="18000" rIns="0" bIns="18000">
            <a:spAutoFit/>
          </a:bodyPr>
          <a:lstStyle/>
          <a:p>
            <a:pPr marL="457200" indent="-457200">
              <a:buFont typeface="+mj-lt"/>
              <a:buAutoNum type="arabicPeriod" startAt="6"/>
            </a:pPr>
            <a:r>
              <a:rPr lang="en-US" sz="2400" dirty="0">
                <a:latin typeface="Arial" panose="020B0604020202020204" pitchFamily="34" charset="0"/>
                <a:cs typeface="Arial" panose="020B0604020202020204" pitchFamily="34" charset="0"/>
              </a:rPr>
              <a:t>Coherence</a:t>
            </a:r>
          </a:p>
        </p:txBody>
      </p:sp>
      <p:sp>
        <p:nvSpPr>
          <p:cNvPr id="12" name="Content Placeholder 11">
            <a:extLst>
              <a:ext uri="{FF2B5EF4-FFF2-40B4-BE49-F238E27FC236}">
                <a16:creationId xmlns:a16="http://schemas.microsoft.com/office/drawing/2014/main" id="{D54CE0D5-1A2E-4EB8-957B-C090A74E9F6F}"/>
              </a:ext>
            </a:extLst>
          </p:cNvPr>
          <p:cNvSpPr>
            <a:spLocks noGrp="1"/>
          </p:cNvSpPr>
          <p:nvPr>
            <p:ph sz="quarter" idx="18"/>
          </p:nvPr>
        </p:nvSpPr>
        <p:spPr>
          <a:xfrm>
            <a:off x="457200" y="5237671"/>
            <a:ext cx="8229600" cy="775015"/>
          </a:xfrm>
        </p:spPr>
        <p:txBody>
          <a:bodyPr lIns="0" tIns="18000" rIns="0" bIns="18000">
            <a:spAutoFit/>
          </a:bodyPr>
          <a:lstStyle/>
          <a:p>
            <a:pPr marL="829818" lvl="1" indent="-342900"/>
            <a:r>
              <a:rPr lang="en-US" sz="2400" dirty="0">
                <a:latin typeface="Arial" panose="020B0604020202020204" pitchFamily="34" charset="0"/>
                <a:cs typeface="Arial" panose="020B0604020202020204" pitchFamily="34" charset="0"/>
              </a:rPr>
              <a:t>The researcher uses converging data to develop a portrait that “hangs together”.</a:t>
            </a:r>
          </a:p>
        </p:txBody>
      </p:sp>
    </p:spTree>
    <p:extLst>
      <p:ext uri="{BB962C8B-B14F-4D97-AF65-F5344CB8AC3E}">
        <p14:creationId xmlns:p14="http://schemas.microsoft.com/office/powerpoint/2010/main" val="40869917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85266"/>
            <a:ext cx="8229600" cy="1144347"/>
          </a:xfrm>
        </p:spPr>
        <p:txBody>
          <a:bodyPr lIns="0" tIns="18000" rIns="0" bIns="18000">
            <a:spAutoFit/>
          </a:bodyPr>
          <a:lstStyle/>
          <a:p>
            <a:pPr lvl="0">
              <a:spcBef>
                <a:spcPct val="0"/>
              </a:spcBef>
              <a:buClrTx/>
            </a:pPr>
            <a:r>
              <a:rPr lang="en-US" sz="3600" kern="1200">
                <a:latin typeface="+mj-lt"/>
                <a:cs typeface="Times New Roman" panose="02020603050405020304" pitchFamily="18" charset="0"/>
              </a:rPr>
              <a:t>Criteria for Evaluating Qualitative Research</a:t>
            </a:r>
            <a:r>
              <a:rPr lang="en-US" sz="2800" kern="1200">
                <a:latin typeface="+mj-lt"/>
                <a:cs typeface="Times New Roman" panose="02020603050405020304" pitchFamily="18" charset="0"/>
              </a:rPr>
              <a:t> (3 of 4)</a:t>
            </a:r>
            <a:endParaRPr lang="en-US" altLang="en-US" sz="2800" kern="1200">
              <a:latin typeface="+mj-lt"/>
              <a:ea typeface="+mj-ea"/>
              <a:cs typeface="Times New Roman" panose="02020603050405020304" pitchFamily="18" charset="0"/>
            </a:endParaRPr>
          </a:p>
        </p:txBody>
      </p:sp>
      <p:sp>
        <p:nvSpPr>
          <p:cNvPr id="7" name="Content Placeholder 6">
            <a:extLst>
              <a:ext uri="{FF2B5EF4-FFF2-40B4-BE49-F238E27FC236}">
                <a16:creationId xmlns:a16="http://schemas.microsoft.com/office/drawing/2014/main" id="{7138F229-BE90-4F41-BCE3-CBF96628B85B}"/>
              </a:ext>
            </a:extLst>
          </p:cNvPr>
          <p:cNvSpPr>
            <a:spLocks noGrp="1"/>
          </p:cNvSpPr>
          <p:nvPr>
            <p:ph sz="quarter" idx="13"/>
          </p:nvPr>
        </p:nvSpPr>
        <p:spPr>
          <a:xfrm>
            <a:off x="457200" y="1927180"/>
            <a:ext cx="8229600" cy="405683"/>
          </a:xfrm>
        </p:spPr>
        <p:txBody>
          <a:bodyPr wrap="square" lIns="0" tIns="18000" rIns="0" bIns="18000">
            <a:spAutoFit/>
          </a:bodyPr>
          <a:lstStyle/>
          <a:p>
            <a:pPr marL="457632" indent="-457200">
              <a:buFont typeface="+mj-lt"/>
              <a:buAutoNum type="arabicPeriod" startAt="7"/>
            </a:pPr>
            <a:r>
              <a:rPr lang="en-US" sz="2400" dirty="0">
                <a:latin typeface="Arial" panose="020B0604020202020204" pitchFamily="34" charset="0"/>
                <a:cs typeface="Arial" panose="020B0604020202020204" pitchFamily="34" charset="0"/>
              </a:rPr>
              <a:t>Persuasiveness</a:t>
            </a:r>
          </a:p>
        </p:txBody>
      </p:sp>
      <p:sp>
        <p:nvSpPr>
          <p:cNvPr id="8" name="Content Placeholder 7">
            <a:extLst>
              <a:ext uri="{FF2B5EF4-FFF2-40B4-BE49-F238E27FC236}">
                <a16:creationId xmlns:a16="http://schemas.microsoft.com/office/drawing/2014/main" id="{518F4C5E-5874-4F05-A116-24964906AF87}"/>
              </a:ext>
            </a:extLst>
          </p:cNvPr>
          <p:cNvSpPr>
            <a:spLocks noGrp="1"/>
          </p:cNvSpPr>
          <p:nvPr>
            <p:ph sz="quarter" idx="14"/>
          </p:nvPr>
        </p:nvSpPr>
        <p:spPr>
          <a:xfrm>
            <a:off x="457200" y="2454601"/>
            <a:ext cx="8232775" cy="775015"/>
          </a:xfrm>
        </p:spPr>
        <p:txBody>
          <a:bodyPr lIns="0" tIns="18000" rIns="0" bIns="18000">
            <a:spAutoFit/>
          </a:bodyPr>
          <a:lstStyle/>
          <a:p>
            <a:pPr marL="845693" lvl="1" indent="-358775"/>
            <a:r>
              <a:rPr lang="en-US" sz="2400" dirty="0">
                <a:latin typeface="Arial" panose="020B0604020202020204" pitchFamily="34" charset="0"/>
                <a:cs typeface="Arial" panose="020B0604020202020204" pitchFamily="34" charset="0"/>
              </a:rPr>
              <a:t>The researcher presents logical arguments, and the weight of the evidence supports them.</a:t>
            </a:r>
          </a:p>
        </p:txBody>
      </p:sp>
      <p:sp>
        <p:nvSpPr>
          <p:cNvPr id="9" name="Content Placeholder 8">
            <a:extLst>
              <a:ext uri="{FF2B5EF4-FFF2-40B4-BE49-F238E27FC236}">
                <a16:creationId xmlns:a16="http://schemas.microsoft.com/office/drawing/2014/main" id="{4C1A4481-2949-4C0D-874C-EB4CAF40C248}"/>
              </a:ext>
            </a:extLst>
          </p:cNvPr>
          <p:cNvSpPr>
            <a:spLocks noGrp="1"/>
          </p:cNvSpPr>
          <p:nvPr>
            <p:ph sz="quarter" idx="15"/>
          </p:nvPr>
        </p:nvSpPr>
        <p:spPr>
          <a:xfrm>
            <a:off x="457200" y="3372293"/>
            <a:ext cx="8229600" cy="405683"/>
          </a:xfrm>
        </p:spPr>
        <p:txBody>
          <a:bodyPr lIns="0" tIns="18000" rIns="0" bIns="18000">
            <a:spAutoFit/>
          </a:bodyPr>
          <a:lstStyle/>
          <a:p>
            <a:pPr marL="457200" indent="-457200">
              <a:buFont typeface="+mj-lt"/>
              <a:buAutoNum type="arabicPeriod" startAt="8"/>
            </a:pPr>
            <a:r>
              <a:rPr lang="en-US" sz="2400" dirty="0">
                <a:latin typeface="Arial" panose="020B0604020202020204" pitchFamily="34" charset="0"/>
                <a:cs typeface="Arial" panose="020B0604020202020204" pitchFamily="34" charset="0"/>
              </a:rPr>
              <a:t>Consensus</a:t>
            </a:r>
          </a:p>
        </p:txBody>
      </p:sp>
      <p:sp>
        <p:nvSpPr>
          <p:cNvPr id="10" name="Content Placeholder 9">
            <a:extLst>
              <a:ext uri="{FF2B5EF4-FFF2-40B4-BE49-F238E27FC236}">
                <a16:creationId xmlns:a16="http://schemas.microsoft.com/office/drawing/2014/main" id="{5D977F97-68AD-4650-962A-39B4A86EA3E8}"/>
              </a:ext>
            </a:extLst>
          </p:cNvPr>
          <p:cNvSpPr>
            <a:spLocks noGrp="1"/>
          </p:cNvSpPr>
          <p:nvPr>
            <p:ph sz="quarter" idx="16"/>
          </p:nvPr>
        </p:nvSpPr>
        <p:spPr>
          <a:xfrm>
            <a:off x="457200" y="3885283"/>
            <a:ext cx="8229600" cy="775015"/>
          </a:xfrm>
        </p:spPr>
        <p:txBody>
          <a:bodyPr lIns="0" tIns="18000" rIns="0" bIns="18000">
            <a:spAutoFit/>
          </a:bodyPr>
          <a:lstStyle/>
          <a:p>
            <a:pPr marL="846137" lvl="1" indent="-358775"/>
            <a:r>
              <a:rPr lang="en-US" sz="2400" dirty="0">
                <a:latin typeface="Arial" panose="020B0604020202020204" pitchFamily="34" charset="0"/>
                <a:cs typeface="Arial" panose="020B0604020202020204" pitchFamily="34" charset="0"/>
              </a:rPr>
              <a:t>Other individuals agree with the researcher’s interpretations and explanations.</a:t>
            </a:r>
          </a:p>
        </p:txBody>
      </p:sp>
    </p:spTree>
    <p:extLst>
      <p:ext uri="{BB962C8B-B14F-4D97-AF65-F5344CB8AC3E}">
        <p14:creationId xmlns:p14="http://schemas.microsoft.com/office/powerpoint/2010/main" val="24426474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85266"/>
            <a:ext cx="8229600" cy="1144347"/>
          </a:xfrm>
        </p:spPr>
        <p:txBody>
          <a:bodyPr lIns="0" tIns="18000" rIns="0" bIns="18000">
            <a:spAutoFit/>
          </a:bodyPr>
          <a:lstStyle/>
          <a:p>
            <a:pPr lvl="0">
              <a:spcBef>
                <a:spcPct val="0"/>
              </a:spcBef>
              <a:buClrTx/>
            </a:pPr>
            <a:r>
              <a:rPr lang="en-US" sz="3600" kern="1200">
                <a:latin typeface="+mj-lt"/>
                <a:cs typeface="Times New Roman" panose="02020603050405020304" pitchFamily="18" charset="0"/>
              </a:rPr>
              <a:t>Criteria for Evaluating Qualitative Research</a:t>
            </a:r>
            <a:r>
              <a:rPr lang="en-US" sz="2800" kern="1200">
                <a:latin typeface="+mj-lt"/>
                <a:cs typeface="Times New Roman" panose="02020603050405020304" pitchFamily="18" charset="0"/>
              </a:rPr>
              <a:t> (4 of 4)</a:t>
            </a:r>
            <a:endParaRPr lang="en-US" altLang="en-US" sz="2800" kern="1200">
              <a:latin typeface="+mj-lt"/>
              <a:ea typeface="+mj-ea"/>
              <a:cs typeface="Times New Roman" panose="02020603050405020304" pitchFamily="18" charset="0"/>
            </a:endParaRPr>
          </a:p>
        </p:txBody>
      </p:sp>
      <p:sp>
        <p:nvSpPr>
          <p:cNvPr id="7" name="Content Placeholder 6">
            <a:extLst>
              <a:ext uri="{FF2B5EF4-FFF2-40B4-BE49-F238E27FC236}">
                <a16:creationId xmlns:a16="http://schemas.microsoft.com/office/drawing/2014/main" id="{7138F229-BE90-4F41-BCE3-CBF96628B85B}"/>
              </a:ext>
            </a:extLst>
          </p:cNvPr>
          <p:cNvSpPr>
            <a:spLocks noGrp="1"/>
          </p:cNvSpPr>
          <p:nvPr>
            <p:ph sz="quarter" idx="13"/>
          </p:nvPr>
        </p:nvSpPr>
        <p:spPr>
          <a:xfrm>
            <a:off x="457200" y="1927180"/>
            <a:ext cx="8229600" cy="405683"/>
          </a:xfrm>
        </p:spPr>
        <p:txBody>
          <a:bodyPr wrap="square" lIns="0" tIns="18000" rIns="0" bIns="18000">
            <a:spAutoFit/>
          </a:bodyPr>
          <a:lstStyle/>
          <a:p>
            <a:pPr marL="457632" indent="-457200">
              <a:buFont typeface="+mj-lt"/>
              <a:buAutoNum type="arabicPeriod" startAt="9"/>
            </a:pPr>
            <a:r>
              <a:rPr lang="en-US" sz="2400" dirty="0">
                <a:latin typeface="Arial" panose="020B0604020202020204" pitchFamily="34" charset="0"/>
                <a:cs typeface="Arial" panose="020B0604020202020204" pitchFamily="34" charset="0"/>
              </a:rPr>
              <a:t>Usefulness</a:t>
            </a:r>
          </a:p>
        </p:txBody>
      </p:sp>
      <p:sp>
        <p:nvSpPr>
          <p:cNvPr id="8" name="Content Placeholder 7">
            <a:extLst>
              <a:ext uri="{FF2B5EF4-FFF2-40B4-BE49-F238E27FC236}">
                <a16:creationId xmlns:a16="http://schemas.microsoft.com/office/drawing/2014/main" id="{518F4C5E-5874-4F05-A116-24964906AF87}"/>
              </a:ext>
            </a:extLst>
          </p:cNvPr>
          <p:cNvSpPr>
            <a:spLocks noGrp="1"/>
          </p:cNvSpPr>
          <p:nvPr>
            <p:ph sz="quarter" idx="14"/>
          </p:nvPr>
        </p:nvSpPr>
        <p:spPr>
          <a:xfrm>
            <a:off x="457200" y="2454601"/>
            <a:ext cx="8232775" cy="1744511"/>
          </a:xfrm>
        </p:spPr>
        <p:txBody>
          <a:bodyPr lIns="0" tIns="18000" rIns="0" bIns="18000">
            <a:spAutoFit/>
          </a:bodyPr>
          <a:lstStyle/>
          <a:p>
            <a:pPr marL="829818" lvl="1" indent="-342900"/>
            <a:r>
              <a:rPr lang="en-US" sz="2400" dirty="0">
                <a:latin typeface="Arial" panose="020B0604020202020204" pitchFamily="34" charset="0"/>
                <a:cs typeface="Arial" panose="020B0604020202020204" pitchFamily="34" charset="0"/>
              </a:rPr>
              <a:t>The project leads to</a:t>
            </a:r>
          </a:p>
          <a:p>
            <a:pPr marL="1229868" lvl="2" indent="-342900">
              <a:spcAft>
                <a:spcPct val="0"/>
              </a:spcAft>
              <a:buSzPts val="2400"/>
            </a:pPr>
            <a:r>
              <a:rPr lang="en-US" sz="2400" kern="1200" dirty="0">
                <a:solidFill>
                  <a:srgbClr val="000000"/>
                </a:solidFill>
                <a:latin typeface="Arial" panose="020B0604020202020204" pitchFamily="34" charset="0"/>
                <a:cs typeface="Arial" panose="020B0604020202020204" pitchFamily="34" charset="0"/>
              </a:rPr>
              <a:t>A better understanding of the phenomenon</a:t>
            </a:r>
          </a:p>
          <a:p>
            <a:pPr marL="1229868" lvl="2" indent="-342900">
              <a:spcAft>
                <a:spcPct val="0"/>
              </a:spcAft>
              <a:buSzPts val="2400"/>
            </a:pPr>
            <a:r>
              <a:rPr lang="en-US" sz="2400" kern="1200" dirty="0">
                <a:solidFill>
                  <a:srgbClr val="000000"/>
                </a:solidFill>
                <a:latin typeface="Arial" panose="020B0604020202020204" pitchFamily="34" charset="0"/>
                <a:cs typeface="Arial" panose="020B0604020202020204" pitchFamily="34" charset="0"/>
              </a:rPr>
              <a:t>More accurate predictions about future events</a:t>
            </a:r>
          </a:p>
          <a:p>
            <a:pPr marL="1229868" lvl="2" indent="-342900">
              <a:spcAft>
                <a:spcPct val="0"/>
              </a:spcAft>
              <a:buSzPts val="2400"/>
            </a:pPr>
            <a:r>
              <a:rPr lang="en-US" sz="2400" dirty="0">
                <a:latin typeface="Arial" panose="020B0604020202020204" pitchFamily="34" charset="0"/>
                <a:cs typeface="Arial" panose="020B0604020202020204" pitchFamily="34" charset="0"/>
              </a:rPr>
              <a:t>Interventions that enhance the quality of life</a:t>
            </a:r>
          </a:p>
        </p:txBody>
      </p:sp>
    </p:spTree>
    <p:extLst>
      <p:ext uri="{BB962C8B-B14F-4D97-AF65-F5344CB8AC3E}">
        <p14:creationId xmlns:p14="http://schemas.microsoft.com/office/powerpoint/2010/main" val="28455193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9948" y="310259"/>
            <a:ext cx="8272252" cy="590349"/>
          </a:xfrm>
        </p:spPr>
        <p:txBody>
          <a:bodyPr wrap="square" lIns="0" tIns="18000" rIns="0" bIns="18000" anchor="t" anchorCtr="0">
            <a:spAutoFit/>
          </a:bodyPr>
          <a:lstStyle/>
          <a:p>
            <a:pPr lvl="0">
              <a:spcBef>
                <a:spcPct val="0"/>
              </a:spcBef>
              <a:buClrTx/>
            </a:pPr>
            <a:r>
              <a:rPr lang="en-US" altLang="en-US" sz="3600" kern="1200" dirty="0">
                <a:ea typeface="+mj-ea"/>
                <a:cs typeface="Times New Roman" panose="02020603050405020304" pitchFamily="18" charset="0"/>
              </a:rPr>
              <a:t>Copyright</a:t>
            </a:r>
            <a:endParaRPr lang="en-US" altLang="en-US" sz="3600" b="0" kern="1200" dirty="0">
              <a:ea typeface="+mj-ea"/>
              <a:cs typeface="Times New Roman" panose="02020603050405020304" pitchFamily="18" charset="0"/>
            </a:endParaRPr>
          </a:p>
        </p:txBody>
      </p:sp>
      <p:pic>
        <p:nvPicPr>
          <p:cNvPr id="8" name="Picture Placeholder 7" descr="Warning">
            <a:extLst>
              <a:ext uri="{FF2B5EF4-FFF2-40B4-BE49-F238E27FC236}">
                <a16:creationId xmlns:a16="http://schemas.microsoft.com/office/drawing/2014/main" id="{C123DBB5-E2DD-466E-A3FB-A327E5D9CB4D}"/>
              </a:ext>
            </a:extLst>
          </p:cNvPr>
          <p:cNvPicPr>
            <a:picLocks noGrp="1" noChangeAspect="1"/>
          </p:cNvPicPr>
          <p:nvPr>
            <p:ph type="pic" sz="quarter" idx="11"/>
          </p:nvPr>
        </p:nvPicPr>
        <p:blipFill>
          <a:blip r:embed="rId2"/>
          <a:stretch>
            <a:fillRect/>
          </a:stretch>
        </p:blipFill>
        <p:spPr>
          <a:xfrm>
            <a:off x="565268" y="2718488"/>
            <a:ext cx="1276350" cy="1438275"/>
          </a:xfrm>
          <a:prstGeom prst="rect">
            <a:avLst/>
          </a:prstGeom>
        </p:spPr>
      </p:pic>
      <p:sp>
        <p:nvSpPr>
          <p:cNvPr id="6" name="Content Placeholder 2">
            <a:extLst>
              <a:ext uri="{FF2B5EF4-FFF2-40B4-BE49-F238E27FC236}">
                <a16:creationId xmlns:a16="http://schemas.microsoft.com/office/drawing/2014/main" id="{0DAE52C9-82A2-4E0A-BF89-DC1F4086C3EF}"/>
              </a:ext>
            </a:extLst>
          </p:cNvPr>
          <p:cNvSpPr>
            <a:spLocks noGrp="1"/>
          </p:cNvSpPr>
          <p:nvPr>
            <p:ph sz="quarter" idx="10"/>
          </p:nvPr>
        </p:nvSpPr>
        <p:spPr>
          <a:xfrm>
            <a:off x="2096216" y="1826558"/>
            <a:ext cx="6614274" cy="3260978"/>
          </a:xfrm>
        </p:spPr>
        <p:style>
          <a:lnRef idx="2">
            <a:schemeClr val="dk1"/>
          </a:lnRef>
          <a:fillRef idx="1">
            <a:schemeClr val="lt1"/>
          </a:fillRef>
          <a:effectRef idx="0">
            <a:schemeClr val="dk1"/>
          </a:effectRef>
          <a:fontRef idx="minor">
            <a:schemeClr val="dk1"/>
          </a:fontRef>
        </p:style>
        <p:txBody>
          <a:bodyPr wrap="square" lIns="273600" tIns="273600" rIns="273600" bIns="273600">
            <a:spAutoFit/>
          </a:bodyPr>
          <a:lstStyle/>
          <a:p>
            <a:pPr marL="432" indent="0">
              <a:buNone/>
            </a:pPr>
            <a:r>
              <a:rPr lang="en-US" b="1" dirty="0">
                <a:latin typeface="Arial" panose="020B0604020202020204" pitchFamily="34" charset="0"/>
                <a:cs typeface="Arial" panose="020B0604020202020204" pitchFamily="34" charset="0"/>
              </a:rPr>
              <a:t>This work is protected by United States copyright laws and is</a:t>
            </a:r>
            <a:r>
              <a:rPr lang="en-US" b="1" baseline="0"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provided solely for the use of instructors in teaching their courses and assessing student learning. Dissemination or sale of any part of this work (including on the World Wide Web) will destroy the integrity of the work and is not permitted. The work and materials from it should never be made available to students except by instructors using the accompanying text in their classes. All recipients of this work are expected to abide by these restrictions and to honor the intended pedagogical purposes and the needs of other instructors who rely on these materials.</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84756594"/>
      </p:ext>
    </p:extLst>
  </p:cSld>
  <p:clrMapOvr>
    <a:masterClrMapping/>
  </p:clrMapOvr>
</p:sld>
</file>

<file path=ppt/theme/theme1.xml><?xml version="1.0" encoding="utf-8"?>
<a:theme xmlns:a="http://schemas.openxmlformats.org/drawingml/2006/main" name="508 Lecture">
  <a:themeElements>
    <a:clrScheme name="Custom 7">
      <a:dk1>
        <a:srgbClr val="000000"/>
      </a:dk1>
      <a:lt1>
        <a:srgbClr val="FFFFFF"/>
      </a:lt1>
      <a:dk2>
        <a:srgbClr val="000000"/>
      </a:dk2>
      <a:lt2>
        <a:srgbClr val="007FA3"/>
      </a:lt2>
      <a:accent1>
        <a:srgbClr val="3C1581"/>
      </a:accent1>
      <a:accent2>
        <a:srgbClr val="1A6C7C"/>
      </a:accent2>
      <a:accent3>
        <a:srgbClr val="CC730D"/>
      </a:accent3>
      <a:accent4>
        <a:srgbClr val="B2AA00"/>
      </a:accent4>
      <a:accent5>
        <a:srgbClr val="1B9332"/>
      </a:accent5>
      <a:accent6>
        <a:srgbClr val="7F7F7F"/>
      </a:accent6>
      <a:hlink>
        <a:srgbClr val="3C1581"/>
      </a:hlink>
      <a:folHlink>
        <a:srgbClr val="7F7F7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508 Lecture">
  <a:themeElements>
    <a:clrScheme name="Custom 7">
      <a:dk1>
        <a:srgbClr val="000000"/>
      </a:dk1>
      <a:lt1>
        <a:srgbClr val="FFFFFF"/>
      </a:lt1>
      <a:dk2>
        <a:srgbClr val="000000"/>
      </a:dk2>
      <a:lt2>
        <a:srgbClr val="007FA3"/>
      </a:lt2>
      <a:accent1>
        <a:srgbClr val="3C1581"/>
      </a:accent1>
      <a:accent2>
        <a:srgbClr val="1A6C7C"/>
      </a:accent2>
      <a:accent3>
        <a:srgbClr val="CC730D"/>
      </a:accent3>
      <a:accent4>
        <a:srgbClr val="B2AA00"/>
      </a:accent4>
      <a:accent5>
        <a:srgbClr val="1B9332"/>
      </a:accent5>
      <a:accent6>
        <a:srgbClr val="7F7F7F"/>
      </a:accent6>
      <a:hlink>
        <a:srgbClr val="3C1581"/>
      </a:hlink>
      <a:folHlink>
        <a:srgbClr val="7F7F7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6D90B95B22DD945BDFF45EB84A5E21C" ma:contentTypeVersion="12" ma:contentTypeDescription="Create a new document." ma:contentTypeScope="" ma:versionID="9ee3781bcb6633d132c89161492bb118">
  <xsd:schema xmlns:xsd="http://www.w3.org/2001/XMLSchema" xmlns:xs="http://www.w3.org/2001/XMLSchema" xmlns:p="http://schemas.microsoft.com/office/2006/metadata/properties" xmlns:ns2="7c1bd8dc-4e40-424f-a15f-9ffcd522197f" xmlns:ns3="6125ffc9-2c56-435e-8267-1393444907b2" targetNamespace="http://schemas.microsoft.com/office/2006/metadata/properties" ma:root="true" ma:fieldsID="d3e430f46b92204fb5a3381a429c4dbe" ns2:_="" ns3:_="">
    <xsd:import namespace="7c1bd8dc-4e40-424f-a15f-9ffcd522197f"/>
    <xsd:import namespace="6125ffc9-2c56-435e-8267-1393444907b2"/>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c1bd8dc-4e40-424f-a15f-9ffcd522197f"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6125ffc9-2c56-435e-8267-1393444907b2"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9FAE25CD-5C17-4317-A187-ABC2D97383E7}"/>
</file>

<file path=customXml/itemProps2.xml><?xml version="1.0" encoding="utf-8"?>
<ds:datastoreItem xmlns:ds="http://schemas.openxmlformats.org/officeDocument/2006/customXml" ds:itemID="{BE75088A-D0AC-4BE4-81EA-89238BFA139C}"/>
</file>

<file path=customXml/itemProps3.xml><?xml version="1.0" encoding="utf-8"?>
<ds:datastoreItem xmlns:ds="http://schemas.openxmlformats.org/officeDocument/2006/customXml" ds:itemID="{44B7347B-018C-4023-8B09-98BAF0B15496}"/>
</file>

<file path=docProps/app.xml><?xml version="1.0" encoding="utf-8"?>
<Properties xmlns="http://schemas.openxmlformats.org/officeDocument/2006/extended-properties" xmlns:vt="http://schemas.openxmlformats.org/officeDocument/2006/docPropsVTypes">
  <TotalTime>9165</TotalTime>
  <Words>1151</Words>
  <Application>Microsoft Office PowerPoint</Application>
  <PresentationFormat>On-screen Show (4:3)</PresentationFormat>
  <Paragraphs>159</Paragraphs>
  <Slides>29</Slides>
  <Notes>1</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29</vt:i4>
      </vt:variant>
    </vt:vector>
  </HeadingPairs>
  <TitlesOfParts>
    <vt:vector size="36" baseType="lpstr">
      <vt:lpstr>Arial</vt:lpstr>
      <vt:lpstr>Arial (Headings)</vt:lpstr>
      <vt:lpstr>Noto Sans Symbols</vt:lpstr>
      <vt:lpstr>Times New Roman</vt:lpstr>
      <vt:lpstr>Verdana</vt:lpstr>
      <vt:lpstr>508 Lecture</vt:lpstr>
      <vt:lpstr>1_508 Lecture</vt:lpstr>
      <vt:lpstr>Practical Research: Planning and Design</vt:lpstr>
      <vt:lpstr>Potential Advantages of Qualitative Research</vt:lpstr>
      <vt:lpstr>Research Problems</vt:lpstr>
      <vt:lpstr>Research Methodology</vt:lpstr>
      <vt:lpstr>Qualitative Research Designs</vt:lpstr>
      <vt:lpstr>Case Study (1 of 2)</vt:lpstr>
      <vt:lpstr>Case Study (2 of 2)</vt:lpstr>
      <vt:lpstr>Ethnography (1 of 2)</vt:lpstr>
      <vt:lpstr>Ethnography (2 of 2)</vt:lpstr>
      <vt:lpstr>Narrative Inquiry</vt:lpstr>
      <vt:lpstr>Phenomenological Study</vt:lpstr>
      <vt:lpstr>Grounded Theory Study</vt:lpstr>
      <vt:lpstr>Content Analysis</vt:lpstr>
      <vt:lpstr>Collecting Qualitative Data (1 of 2)</vt:lpstr>
      <vt:lpstr>Collecting Qualitative Data (2 of 2)</vt:lpstr>
      <vt:lpstr>Credibility and Transferability</vt:lpstr>
      <vt:lpstr>Strategies to Enhance Credibility and Reliability</vt:lpstr>
      <vt:lpstr>Selecting an Appropriate Sample (1 of 3)</vt:lpstr>
      <vt:lpstr>Selecting an Appropriate Sample (2 of 3)</vt:lpstr>
      <vt:lpstr>Selecting an Appropriate Sample (3 of 3)</vt:lpstr>
      <vt:lpstr>Observations</vt:lpstr>
      <vt:lpstr>Interviews (1 of 3)</vt:lpstr>
      <vt:lpstr>Interviews (2 of 3)</vt:lpstr>
      <vt:lpstr>Interviews (3 of 3)</vt:lpstr>
      <vt:lpstr>Criteria for Evaluating Qualitative Research (1 of 4)</vt:lpstr>
      <vt:lpstr>Criteria for Evaluating Qualitative Research (2 of 4)</vt:lpstr>
      <vt:lpstr>Criteria for Evaluating Qualitative Research (3 of 4)</vt:lpstr>
      <vt:lpstr>Criteria for Evaluating Qualitative Research (4 of 4)</vt:lpstr>
      <vt:lpstr>Copyright</vt:lpstr>
    </vt:vector>
  </TitlesOfParts>
  <Company>Pearson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Practical Research: Planning and Design, Twelfth Edition, Chapter 8</dc:title>
  <dc:subject>TED/Careers</dc:subject>
  <dc:creator>Leedy and Ormrod</dc:creator>
  <cp:keywords>Practical Research</cp:keywords>
  <cp:lastModifiedBy>Arthideepa Karunakaran, Integra-PDY, IN</cp:lastModifiedBy>
  <cp:revision>995</cp:revision>
  <dcterms:modified xsi:type="dcterms:W3CDTF">2021-10-22T03:57:27Z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UniqueId">
    <vt:lpwstr>682739</vt:lpwstr>
  </property>
  <property fmtid="{D5CDD505-2E9C-101B-9397-08002B2CF9AE}" pid="3" name="Offisync_ServerID">
    <vt:lpwstr>7e960520-0e88-4f05-9fa0-24079b61e486</vt:lpwstr>
  </property>
  <property fmtid="{D5CDD505-2E9C-101B-9397-08002B2CF9AE}" pid="4" name="Offisync_UpdateToken">
    <vt:lpwstr>2</vt:lpwstr>
  </property>
  <property fmtid="{D5CDD505-2E9C-101B-9397-08002B2CF9AE}" pid="5" name="Jive_VersionGuid">
    <vt:lpwstr>2e874262-9747-49d3-bf1e-677aeb587663</vt:lpwstr>
  </property>
  <property fmtid="{D5CDD505-2E9C-101B-9397-08002B2CF9AE}" pid="6" name="Offisync_ProviderInitializationData">
    <vt:lpwstr>https://neo.pearson.com</vt:lpwstr>
  </property>
  <property fmtid="{D5CDD505-2E9C-101B-9397-08002B2CF9AE}" pid="7" name="Jive_LatestUserAccountName">
    <vt:lpwstr>joel</vt:lpwstr>
  </property>
  <property fmtid="{D5CDD505-2E9C-101B-9397-08002B2CF9AE}" pid="8" name="ContentTypeId">
    <vt:lpwstr>0x01010086D90B95B22DD945BDFF45EB84A5E21C</vt:lpwstr>
  </property>
</Properties>
</file>