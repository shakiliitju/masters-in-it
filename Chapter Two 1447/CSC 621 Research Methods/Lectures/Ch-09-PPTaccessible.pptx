
<file path=[Content_Types].xml><?xml version="1.0" encoding="utf-8"?>
<Types xmlns="http://schemas.openxmlformats.org/package/2006/content-types">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s/slide1.xml" ContentType="application/vnd.openxmlformats-officedocument.presentationml.slide+xml"/>
  <Override PartName="/ppt/slides/slide6.xml" ContentType="application/vnd.openxmlformats-officedocument.presentationml.slide+xml"/>
  <Override PartName="/ppt/slides/slide5.xml" ContentType="application/vnd.openxmlformats-officedocument.presentationml.slide+xml"/>
  <Override PartName="/ppt/slides/slide4.xml" ContentType="application/vnd.openxmlformats-officedocument.presentationml.slide+xml"/>
  <Override PartName="/ppt/slides/slide3.xml" ContentType="application/vnd.openxmlformats-officedocument.presentationml.slide+xml"/>
  <Override PartName="/ppt/slides/slide2.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3.xml" ContentType="application/vnd.openxmlformats-officedocument.presentationml.slide+xml"/>
  <Override PartName="/ppt/slides/slide12.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Layouts/slideLayout10.xml" ContentType="application/vnd.openxmlformats-officedocument.presentationml.slideLayout+xml"/>
  <Override PartName="/ppt/slideLayouts/slideLayout14.xml" ContentType="application/vnd.openxmlformats-officedocument.presentationml.slideLayout+xml"/>
  <Override PartName="/ppt/slideLayouts/slideLayout13.xml" ContentType="application/vnd.openxmlformats-officedocument.presentationml.slideLayout+xml"/>
  <Override PartName="/ppt/slideLayouts/slideLayout6.xml" ContentType="application/vnd.openxmlformats-officedocument.presentationml.slideLayout+xml"/>
  <Override PartName="/ppt/slideLayouts/slideLayout12.xml" ContentType="application/vnd.openxmlformats-officedocument.presentationml.slideLayout+xml"/>
  <Override PartName="/ppt/slideLayouts/slideLayout11.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5.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theme/theme1.xml" ContentType="application/vnd.openxmlformats-officedocument.theme+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theme/theme4.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 id="2147483660" r:id="rId2"/>
  </p:sldMasterIdLst>
  <p:notesMasterIdLst>
    <p:notesMasterId r:id="rId16"/>
  </p:notesMasterIdLst>
  <p:handoutMasterIdLst>
    <p:handoutMasterId r:id="rId17"/>
  </p:handoutMasterIdLst>
  <p:sldIdLst>
    <p:sldId id="335" r:id="rId3"/>
    <p:sldId id="307" r:id="rId4"/>
    <p:sldId id="308" r:id="rId5"/>
    <p:sldId id="342" r:id="rId6"/>
    <p:sldId id="310" r:id="rId7"/>
    <p:sldId id="311" r:id="rId8"/>
    <p:sldId id="338" r:id="rId9"/>
    <p:sldId id="339" r:id="rId10"/>
    <p:sldId id="340" r:id="rId11"/>
    <p:sldId id="312" r:id="rId12"/>
    <p:sldId id="341" r:id="rId13"/>
    <p:sldId id="313" r:id="rId14"/>
    <p:sldId id="334" r:id="rId15"/>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guide id="4" pos="272" userDrawn="1">
          <p15:clr>
            <a:srgbClr val="A4A3A4"/>
          </p15:clr>
        </p15:guide>
        <p15:guide id="5" pos="5488" userDrawn="1">
          <p15:clr>
            <a:srgbClr val="A4A3A4"/>
          </p15:clr>
        </p15:guide>
        <p15:guide id="6" orient="horz" pos="4088" userDrawn="1">
          <p15:clr>
            <a:srgbClr val="A4A3A4"/>
          </p15:clr>
        </p15:guide>
        <p15:guide id="7" orient="horz" pos="799" userDrawn="1">
          <p15:clr>
            <a:srgbClr val="A4A3A4"/>
          </p15:clr>
        </p15:guide>
        <p15:guide id="10" orient="horz" pos="482"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Jeffrey Holcomb" initials="" lastIdx="3" clrIdx="0"/>
  <p:cmAuthor id="1" name="Ruchi Sachdev" initials="" lastIdx="8" clrIdx="1"/>
  <p:cmAuthor id="2" name="Sarah Reusché" initials="" lastIdx="13" clrIdx="2"/>
  <p:cmAuthor id="3" name="Nitin Shankar" initials="" lastIdx="6" clrIdx="3"/>
  <p:cmAuthor id="4" name="Kristen Flathman" initials="" lastIdx="1" clrIdx="4"/>
  <p:cmAuthor id="5" name="Ben Schroeter" initials="" lastIdx="0" clrIdx="5"/>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0F9630F-82C1-40B7-BC3A-925EFCFF5E92}">
  <a:tblStyle styleId="{40F9630F-82C1-40B7-BC3A-925EFCFF5E92}" styleName="Table_0">
    <a:wholeTbl>
      <a:tcTxStyle b="off" i="off">
        <a:font>
          <a:latin typeface="Arial"/>
          <a:ea typeface="Arial"/>
          <a:cs typeface="Arial"/>
        </a:font>
        <a:schemeClr val="dk1"/>
      </a:tcTxStyle>
      <a:tcStyle>
        <a:tcBdr>
          <a:left>
            <a:ln w="9525" cap="flat" cmpd="sng">
              <a:solidFill>
                <a:srgbClr val="000000">
                  <a:alpha val="0"/>
                </a:srgbClr>
              </a:solidFill>
              <a:prstDash val="solid"/>
              <a:round/>
              <a:headEnd type="none" w="med" len="med"/>
              <a:tailEnd type="none" w="med" len="med"/>
            </a:ln>
          </a:left>
          <a:right>
            <a:ln w="9525" cap="flat" cmpd="sng">
              <a:solidFill>
                <a:srgbClr val="000000">
                  <a:alpha val="0"/>
                </a:srgbClr>
              </a:solidFill>
              <a:prstDash val="solid"/>
              <a:round/>
              <a:headEnd type="none" w="med" len="med"/>
              <a:tailEnd type="none" w="med" len="med"/>
            </a:ln>
          </a:right>
          <a:top>
            <a:ln w="12700" cap="flat" cmpd="sng">
              <a:solidFill>
                <a:schemeClr val="accent1"/>
              </a:solidFill>
              <a:prstDash val="solid"/>
              <a:round/>
              <a:headEnd type="none" w="med" len="med"/>
              <a:tailEnd type="none" w="med" len="med"/>
            </a:ln>
          </a:top>
          <a:bottom>
            <a:ln w="12700" cap="flat" cmpd="sng">
              <a:solidFill>
                <a:schemeClr val="accent1"/>
              </a:solidFill>
              <a:prstDash val="solid"/>
              <a:round/>
              <a:headEnd type="none" w="med" len="med"/>
              <a:tailEnd type="none" w="med" len="med"/>
            </a:ln>
          </a:bottom>
          <a:insideH>
            <a:ln w="9525" cap="flat" cmpd="sng">
              <a:solidFill>
                <a:srgbClr val="000000">
                  <a:alpha val="0"/>
                </a:srgbClr>
              </a:solidFill>
              <a:prstDash val="solid"/>
              <a:round/>
              <a:headEnd type="none" w="med" len="med"/>
              <a:tailEnd type="none" w="med" len="med"/>
            </a:ln>
          </a:insideH>
          <a:insideV>
            <a:ln w="9525" cap="flat" cmpd="sng">
              <a:solidFill>
                <a:srgbClr val="000000">
                  <a:alpha val="0"/>
                </a:srgbClr>
              </a:solidFill>
              <a:prstDash val="solid"/>
              <a:round/>
              <a:headEnd type="none" w="med" len="med"/>
              <a:tailEnd type="none" w="med" len="med"/>
            </a:ln>
          </a:insideV>
        </a:tcBdr>
        <a:fill>
          <a:solidFill>
            <a:srgbClr val="FFFFFF">
              <a:alpha val="0"/>
            </a:srgbClr>
          </a:solid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i="off"/>
      <a:tcStyle>
        <a:tcBdr/>
      </a:tcStyle>
    </a:lastCol>
    <a:firstCol>
      <a:tcTxStyle b="on" i="off"/>
      <a:tcStyle>
        <a:tcBdr/>
      </a:tcStyle>
    </a:firstCol>
    <a:lastRow>
      <a:tcTxStyle b="on" i="off"/>
      <a:tcStyle>
        <a:tcBdr>
          <a:top>
            <a:ln w="12700" cap="flat" cmpd="sng">
              <a:solidFill>
                <a:schemeClr val="accent1"/>
              </a:solidFill>
              <a:prstDash val="solid"/>
              <a:round/>
              <a:headEnd type="none" w="med" len="med"/>
              <a:tailEnd type="none" w="med" len="med"/>
            </a:ln>
          </a:top>
        </a:tcBdr>
        <a:fill>
          <a:solidFill>
            <a:srgbClr val="FFFFFF">
              <a:alpha val="0"/>
            </a:srgbClr>
          </a:solidFill>
        </a:fill>
      </a:tcStyle>
    </a:lastRow>
    <a:firstRow>
      <a:tcTxStyle b="on" i="off"/>
      <a:tcStyle>
        <a:tcBdr>
          <a:bottom>
            <a:ln w="12700" cap="flat" cmpd="sng">
              <a:solidFill>
                <a:schemeClr val="accent1"/>
              </a:solidFill>
              <a:prstDash val="solid"/>
              <a:round/>
              <a:headEnd type="none" w="med" len="med"/>
              <a:tailEnd type="none" w="med" len="med"/>
            </a:ln>
          </a:bottom>
        </a:tcBdr>
        <a:fill>
          <a:solidFill>
            <a:srgbClr val="FFFFFF">
              <a:alpha val="0"/>
            </a:srgb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450" autoAdjust="0"/>
    <p:restoredTop sz="87135" autoAdjust="0"/>
  </p:normalViewPr>
  <p:slideViewPr>
    <p:cSldViewPr snapToGrid="0" snapToObjects="1">
      <p:cViewPr varScale="1">
        <p:scale>
          <a:sx n="59" d="100"/>
          <a:sy n="59" d="100"/>
        </p:scale>
        <p:origin x="912" y="114"/>
      </p:cViewPr>
      <p:guideLst>
        <p:guide orient="horz" pos="2160"/>
        <p:guide pos="2880"/>
        <p:guide pos="272"/>
        <p:guide pos="5488"/>
        <p:guide orient="horz" pos="4088"/>
        <p:guide orient="horz" pos="799"/>
        <p:guide orient="horz" pos="482"/>
      </p:guideLst>
    </p:cSldViewPr>
  </p:slideViewPr>
  <p:outlineViewPr>
    <p:cViewPr>
      <p:scale>
        <a:sx n="33" d="100"/>
        <a:sy n="33" d="100"/>
      </p:scale>
      <p:origin x="0" y="0"/>
    </p:cViewPr>
  </p:outlineViewPr>
  <p:notesTextViewPr>
    <p:cViewPr>
      <p:scale>
        <a:sx n="125" d="100"/>
        <a:sy n="125"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commentAuthors" Target="commentAuthors.xml"/><Relationship Id="rId3" Type="http://schemas.openxmlformats.org/officeDocument/2006/relationships/slide" Target="slides/slide1.xml"/><Relationship Id="rId21"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handoutMaster" Target="handoutMasters/handoutMaster1.xml"/><Relationship Id="rId25" Type="http://schemas.openxmlformats.org/officeDocument/2006/relationships/customXml" Target="../customXml/item3.xml"/><Relationship Id="rId2" Type="http://schemas.openxmlformats.org/officeDocument/2006/relationships/slideMaster" Target="slideMasters/slideMaster2.xml"/><Relationship Id="rId16" Type="http://schemas.openxmlformats.org/officeDocument/2006/relationships/notesMaster" Target="notesMasters/notesMaster1.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customXml" Target="../customXml/item2.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customXml" Target="../customXml/item1.xml"/><Relationship Id="rId10" Type="http://schemas.openxmlformats.org/officeDocument/2006/relationships/slide" Target="slides/slide8.xml"/><Relationship Id="rId19"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885CB01-6679-D646-ACB3-8B04B786C15F}" type="datetimeFigureOut">
              <a:rPr lang="en-US" smtClean="0"/>
              <a:t>10/20/2021</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82AC0F4D-8A6F-1C4A-B6BF-1558431E4F79}" type="slidenum">
              <a:rPr lang="en-US" smtClean="0"/>
              <a:t>‹#›</a:t>
            </a:fld>
            <a:endParaRPr lang="en-US"/>
          </a:p>
        </p:txBody>
      </p:sp>
    </p:spTree>
    <p:extLst>
      <p:ext uri="{BB962C8B-B14F-4D97-AF65-F5344CB8AC3E}">
        <p14:creationId xmlns:p14="http://schemas.microsoft.com/office/powerpoint/2010/main" val="355406301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Shape 3"/>
          <p:cNvSpPr txBox="1">
            <a:spLocks noGrp="1"/>
          </p:cNvSpPr>
          <p:nvPr>
            <p:ph type="hdr" idx="2"/>
          </p:nvPr>
        </p:nvSpPr>
        <p:spPr>
          <a:xfrm>
            <a:off x="0" y="0"/>
            <a:ext cx="2971799" cy="4572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4" name="Shape 4"/>
          <p:cNvSpPr txBox="1">
            <a:spLocks noGrp="1"/>
          </p:cNvSpPr>
          <p:nvPr>
            <p:ph type="dt" idx="10"/>
          </p:nvPr>
        </p:nvSpPr>
        <p:spPr>
          <a:xfrm>
            <a:off x="3884612" y="0"/>
            <a:ext cx="2971799" cy="457200"/>
          </a:xfrm>
          <a:prstGeom prst="rect">
            <a:avLst/>
          </a:prstGeom>
          <a:noFill/>
          <a:ln>
            <a:noFill/>
          </a:ln>
        </p:spPr>
        <p:txBody>
          <a:bodyPr lIns="91425" tIns="91425" rIns="91425" bIns="91425" anchor="t" anchorCtr="0"/>
          <a:lstStyle>
            <a:lvl1pPr marL="0" marR="0" lvl="0" indent="0" algn="r"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5" name="Shape 5"/>
          <p:cNvSpPr>
            <a:spLocks noGrp="1" noRot="1" noChangeAspect="1"/>
          </p:cNvSpPr>
          <p:nvPr>
            <p:ph type="sldImg" idx="3"/>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6" name="Shape 6"/>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200" b="0" i="0" u="none" strike="noStrike" cap="none">
                <a:solidFill>
                  <a:schemeClr val="dk1"/>
                </a:solidFill>
                <a:latin typeface="Arial"/>
                <a:ea typeface="Arial"/>
                <a:cs typeface="Arial"/>
                <a:sym typeface="Arial"/>
              </a:defRPr>
            </a:lvl2pPr>
            <a:lvl3pPr marL="914400" marR="0" lvl="2" indent="0" algn="l" rtl="0">
              <a:spcBef>
                <a:spcPts val="0"/>
              </a:spcBef>
              <a:buNone/>
              <a:defRPr sz="1200" b="0" i="0" u="none" strike="noStrike" cap="none">
                <a:solidFill>
                  <a:schemeClr val="dk1"/>
                </a:solidFill>
                <a:latin typeface="Arial"/>
                <a:ea typeface="Arial"/>
                <a:cs typeface="Arial"/>
                <a:sym typeface="Arial"/>
              </a:defRPr>
            </a:lvl3pPr>
            <a:lvl4pPr marL="1371600" marR="0" lvl="3" indent="0" algn="l" rtl="0">
              <a:spcBef>
                <a:spcPts val="0"/>
              </a:spcBef>
              <a:buNone/>
              <a:defRPr sz="1200" b="0" i="0" u="none" strike="noStrike" cap="none">
                <a:solidFill>
                  <a:schemeClr val="dk1"/>
                </a:solidFill>
                <a:latin typeface="Arial"/>
                <a:ea typeface="Arial"/>
                <a:cs typeface="Arial"/>
                <a:sym typeface="Arial"/>
              </a:defRPr>
            </a:lvl4pPr>
            <a:lvl5pPr marL="1828800" marR="0" lvl="4" indent="0" algn="l" rtl="0">
              <a:spcBef>
                <a:spcPts val="0"/>
              </a:spcBef>
              <a:buNone/>
              <a:defRPr sz="1200" b="0" i="0" u="none" strike="noStrike" cap="none">
                <a:solidFill>
                  <a:schemeClr val="dk1"/>
                </a:solidFill>
                <a:latin typeface="Arial"/>
                <a:ea typeface="Arial"/>
                <a:cs typeface="Arial"/>
                <a:sym typeface="Arial"/>
              </a:defRPr>
            </a:lvl5pPr>
            <a:lvl6pPr marL="2286000" marR="0" lvl="5" indent="0" algn="l" rtl="0">
              <a:spcBef>
                <a:spcPts val="0"/>
              </a:spcBef>
              <a:buNone/>
              <a:defRPr sz="1200" b="0" i="0" u="none" strike="noStrike" cap="none">
                <a:solidFill>
                  <a:schemeClr val="dk1"/>
                </a:solidFill>
                <a:latin typeface="Arial"/>
                <a:ea typeface="Arial"/>
                <a:cs typeface="Arial"/>
                <a:sym typeface="Arial"/>
              </a:defRPr>
            </a:lvl6pPr>
            <a:lvl7pPr marL="2743200" marR="0" lvl="6" indent="0" algn="l" rtl="0">
              <a:spcBef>
                <a:spcPts val="0"/>
              </a:spcBef>
              <a:buNone/>
              <a:defRPr sz="1200" b="0" i="0" u="none" strike="noStrike" cap="none">
                <a:solidFill>
                  <a:schemeClr val="dk1"/>
                </a:solidFill>
                <a:latin typeface="Arial"/>
                <a:ea typeface="Arial"/>
                <a:cs typeface="Arial"/>
                <a:sym typeface="Arial"/>
              </a:defRPr>
            </a:lvl7pPr>
            <a:lvl8pPr marL="3200400" marR="0" lvl="7" indent="0" algn="l" rtl="0">
              <a:spcBef>
                <a:spcPts val="0"/>
              </a:spcBef>
              <a:buNone/>
              <a:defRPr sz="1200" b="0" i="0" u="none" strike="noStrike" cap="none">
                <a:solidFill>
                  <a:schemeClr val="dk1"/>
                </a:solidFill>
                <a:latin typeface="Arial"/>
                <a:ea typeface="Arial"/>
                <a:cs typeface="Arial"/>
                <a:sym typeface="Arial"/>
              </a:defRPr>
            </a:lvl8pPr>
            <a:lvl9pPr marL="3657600" marR="0" lvl="8" indent="0" algn="l" rtl="0">
              <a:spcBef>
                <a:spcPts val="0"/>
              </a:spcBef>
              <a:buNone/>
              <a:defRPr sz="1200" b="0" i="0" u="none" strike="noStrike" cap="none">
                <a:solidFill>
                  <a:schemeClr val="dk1"/>
                </a:solidFill>
                <a:latin typeface="Arial"/>
                <a:ea typeface="Arial"/>
                <a:cs typeface="Arial"/>
                <a:sym typeface="Arial"/>
              </a:defRPr>
            </a:lvl9pPr>
          </a:lstStyle>
          <a:p>
            <a:endParaRPr/>
          </a:p>
        </p:txBody>
      </p:sp>
      <p:sp>
        <p:nvSpPr>
          <p:cNvPr id="7" name="Shape 7"/>
          <p:cNvSpPr txBox="1">
            <a:spLocks noGrp="1"/>
          </p:cNvSpPr>
          <p:nvPr>
            <p:ph type="ftr" idx="11"/>
          </p:nvPr>
        </p:nvSpPr>
        <p:spPr>
          <a:xfrm>
            <a:off x="0" y="8685213"/>
            <a:ext cx="2971799" cy="457200"/>
          </a:xfrm>
          <a:prstGeom prst="rect">
            <a:avLst/>
          </a:prstGeom>
          <a:noFill/>
          <a:ln>
            <a:noFill/>
          </a:ln>
        </p:spPr>
        <p:txBody>
          <a:bodyPr lIns="91425" tIns="91425" rIns="91425" bIns="91425" anchor="b"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8" name="Shape 8"/>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457102709"/>
      </p:ext>
    </p:extLst>
  </p:cSld>
  <p:clrMap bg1="lt1" tx1="dk1" bg2="dk2" tx2="lt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cap="none" dirty="0">
                <a:solidFill>
                  <a:schemeClr val="dk1"/>
                </a:solidFill>
                <a:latin typeface="Arial"/>
                <a:ea typeface="Arial"/>
                <a:cs typeface="Arial"/>
                <a:sym typeface="Arial"/>
              </a:rPr>
              <a:t>If this PowerPoint presentation contains mathematical equations, you may need to check that your computer has the following installed:</a:t>
            </a:r>
          </a:p>
          <a:p>
            <a:r>
              <a:rPr lang="en-US" sz="1200" b="0" i="0" u="none" strike="noStrike" kern="1200" cap="none" dirty="0">
                <a:solidFill>
                  <a:schemeClr val="dk1"/>
                </a:solidFill>
                <a:latin typeface="Arial"/>
                <a:ea typeface="Arial"/>
                <a:cs typeface="Arial"/>
                <a:sym typeface="Arial"/>
              </a:rPr>
              <a:t>1) Math Type Plugin</a:t>
            </a:r>
          </a:p>
          <a:p>
            <a:r>
              <a:rPr lang="en-US" sz="1200" b="0" i="0" u="none" strike="noStrike" kern="1200" cap="none" dirty="0">
                <a:solidFill>
                  <a:schemeClr val="dk1"/>
                </a:solidFill>
                <a:latin typeface="Arial"/>
                <a:ea typeface="Arial"/>
                <a:cs typeface="Arial"/>
                <a:sym typeface="Arial"/>
              </a:rPr>
              <a:t>2) Math Player (free versions available)</a:t>
            </a:r>
          </a:p>
          <a:p>
            <a:r>
              <a:rPr lang="en-US" sz="1200" b="0" i="0" u="none" strike="noStrike" kern="1200" cap="none" dirty="0">
                <a:solidFill>
                  <a:schemeClr val="dk1"/>
                </a:solidFill>
                <a:latin typeface="Arial"/>
                <a:ea typeface="Arial"/>
                <a:cs typeface="Arial"/>
                <a:sym typeface="Arial"/>
              </a:rPr>
              <a:t>3) NVDA Reader (free versions available)</a:t>
            </a:r>
            <a:endParaRPr lang="en-US"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7502984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Shape 17"/>
        <p:cNvGrpSpPr/>
        <p:nvPr/>
      </p:nvGrpSpPr>
      <p:grpSpPr>
        <a:xfrm>
          <a:off x="0" y="0"/>
          <a:ext cx="0" cy="0"/>
          <a:chOff x="0" y="0"/>
          <a:chExt cx="0" cy="0"/>
        </a:xfrm>
      </p:grpSpPr>
      <p:sp>
        <p:nvSpPr>
          <p:cNvPr id="18" name="Shape 18"/>
          <p:cNvSpPr/>
          <p:nvPr/>
        </p:nvSpPr>
        <p:spPr>
          <a:xfrm>
            <a:off x="0" y="0"/>
            <a:ext cx="9144000" cy="3886200"/>
          </a:xfrm>
          <a:prstGeom prst="rect">
            <a:avLst/>
          </a:prstGeom>
          <a:solidFill>
            <a:srgbClr val="007FA3"/>
          </a:solidFill>
          <a:ln w="25400" cap="flat" cmpd="sng">
            <a:solidFill>
              <a:srgbClr val="007FA3"/>
            </a:solidFill>
            <a:prstDash val="solid"/>
            <a:round/>
            <a:headEnd type="none" w="med" len="med"/>
            <a:tailEnd type="none" w="med" len="med"/>
          </a:ln>
        </p:spPr>
        <p:txBody>
          <a:bodyPr lIns="91425" tIns="45700" rIns="91425" bIns="45700" anchor="ctr" anchorCtr="0">
            <a:noAutofit/>
          </a:bodyPr>
          <a:lstStyle/>
          <a:p>
            <a:pPr marL="0" marR="0" lvl="0" indent="0" algn="ctr" rtl="0">
              <a:spcBef>
                <a:spcPts val="0"/>
              </a:spcBef>
              <a:buNone/>
            </a:pPr>
            <a:endParaRPr sz="1800" b="0" i="0" u="none" strike="noStrike" cap="none">
              <a:solidFill>
                <a:schemeClr val="lt1"/>
              </a:solidFill>
              <a:latin typeface="Arial"/>
              <a:ea typeface="Arial"/>
              <a:cs typeface="Arial"/>
              <a:sym typeface="Arial"/>
            </a:endParaRPr>
          </a:p>
        </p:txBody>
      </p:sp>
      <p:sp>
        <p:nvSpPr>
          <p:cNvPr id="19" name="Shape 19"/>
          <p:cNvSpPr txBox="1">
            <a:spLocks noGrp="1"/>
          </p:cNvSpPr>
          <p:nvPr>
            <p:ph type="ctrTitle"/>
          </p:nvPr>
        </p:nvSpPr>
        <p:spPr>
          <a:xfrm>
            <a:off x="685800" y="762000"/>
            <a:ext cx="7772400" cy="2838451"/>
          </a:xfrm>
          <a:prstGeom prst="rect">
            <a:avLst/>
          </a:prstGeom>
          <a:noFill/>
          <a:ln>
            <a:noFill/>
          </a:ln>
        </p:spPr>
        <p:txBody>
          <a:bodyPr lIns="91425" tIns="91425" rIns="91425" bIns="91425" anchor="b" anchorCtr="0"/>
          <a:lstStyle>
            <a:lvl1pPr marL="0" marR="0" lvl="0" indent="0" algn="l" rtl="0">
              <a:lnSpc>
                <a:spcPct val="100000"/>
              </a:lnSpc>
              <a:spcBef>
                <a:spcPts val="0"/>
              </a:spcBef>
              <a:buClr>
                <a:schemeClr val="lt1"/>
              </a:buClr>
              <a:buFont typeface="Times New Roman"/>
              <a:buNone/>
              <a:defRPr sz="3600" b="1" i="0" u="none" strike="noStrike" cap="none">
                <a:solidFill>
                  <a:schemeClr val="lt1"/>
                </a:solidFill>
                <a:latin typeface="Arial (Headings)"/>
                <a:ea typeface="Arial (Headings)"/>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20" name="Shape 20"/>
          <p:cNvSpPr txBox="1">
            <a:spLocks noGrp="1"/>
          </p:cNvSpPr>
          <p:nvPr>
            <p:ph type="subTitle" idx="1"/>
          </p:nvPr>
        </p:nvSpPr>
        <p:spPr>
          <a:xfrm>
            <a:off x="674687" y="3962400"/>
            <a:ext cx="7794625"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1800" b="0" i="0" u="none" strike="noStrike" cap="none">
                <a:solidFill>
                  <a:schemeClr val="dk1"/>
                </a:solidFill>
                <a:latin typeface="Arial"/>
                <a:ea typeface="Arial"/>
                <a:cs typeface="Arial"/>
                <a:sym typeface="Arial"/>
              </a:defRPr>
            </a:lvl1pPr>
            <a:lvl2pPr marL="457200" marR="0" lvl="1"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2pPr>
            <a:lvl3pPr marL="914400" marR="0" lvl="2" indent="0" algn="ctr"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4pPr>
            <a:lvl5pPr marL="1828800" marR="0" lvl="4"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5pPr>
            <a:lvl6pPr marL="2286000" marR="0" lvl="5"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6pPr>
            <a:lvl7pPr marL="2743200" marR="0" lvl="6"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7pPr>
            <a:lvl8pPr marL="3200400" marR="0" lvl="7"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8pPr>
            <a:lvl9pPr marL="3657600" marR="0" lvl="8"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9pPr>
          </a:lstStyle>
          <a:p>
            <a:endParaRPr dirty="0"/>
          </a:p>
        </p:txBody>
      </p:sp>
      <p:sp>
        <p:nvSpPr>
          <p:cNvPr id="21" name="Shape 21"/>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22" name="Shape 2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23" name="Shape 2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32457349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Figure + Caption">
    <p:spTree>
      <p:nvGrpSpPr>
        <p:cNvPr id="1" name="Shape 53"/>
        <p:cNvGrpSpPr/>
        <p:nvPr/>
      </p:nvGrpSpPr>
      <p:grpSpPr>
        <a:xfrm>
          <a:off x="0" y="0"/>
          <a:ext cx="0" cy="0"/>
          <a:chOff x="0" y="0"/>
          <a:chExt cx="0" cy="0"/>
        </a:xfrm>
      </p:grpSpPr>
      <p:sp>
        <p:nvSpPr>
          <p:cNvPr id="54" name="Shape 54"/>
          <p:cNvSpPr txBox="1">
            <a:spLocks noGrp="1"/>
          </p:cNvSpPr>
          <p:nvPr>
            <p:ph type="title"/>
          </p:nvPr>
        </p:nvSpPr>
        <p:spPr>
          <a:xfrm>
            <a:off x="457200" y="228600"/>
            <a:ext cx="8229600" cy="1066799"/>
          </a:xfrm>
          <a:prstGeom prst="rect">
            <a:avLst/>
          </a:prstGeom>
          <a:noFill/>
          <a:ln>
            <a:noFill/>
          </a:ln>
        </p:spPr>
        <p:txBody>
          <a:bodyPr lIns="91425" tIns="91425" rIns="91425" bIns="91425" anchor="t"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Arial (Headings)"/>
                <a:ea typeface="Arial (Headings)"/>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55" name="Shape 55"/>
          <p:cNvSpPr txBox="1">
            <a:spLocks noGrp="1"/>
          </p:cNvSpPr>
          <p:nvPr>
            <p:ph type="body" idx="1"/>
          </p:nvPr>
        </p:nvSpPr>
        <p:spPr>
          <a:xfrm>
            <a:off x="457200" y="5368160"/>
            <a:ext cx="8229600" cy="916856"/>
          </a:xfrm>
          <a:prstGeom prst="rect">
            <a:avLst/>
          </a:prstGeom>
          <a:noFill/>
          <a:ln>
            <a:noFill/>
          </a:ln>
        </p:spPr>
        <p:txBody>
          <a:bodyPr lIns="91425" tIns="91425" rIns="91425" bIns="91425" anchor="b" anchorCtr="0"/>
          <a:lstStyle>
            <a:lvl1pPr marL="0" marR="0" lvl="0" indent="0" algn="l" rtl="0">
              <a:spcBef>
                <a:spcPts val="0"/>
              </a:spcBef>
              <a:buClr>
                <a:srgbClr val="007FA3"/>
              </a:buClr>
              <a:buFont typeface="Arial"/>
              <a:buNone/>
              <a:defRPr sz="8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endParaRPr/>
          </a:p>
        </p:txBody>
      </p:sp>
      <p:sp>
        <p:nvSpPr>
          <p:cNvPr id="56" name="Shape 56"/>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57" name="Shape 57"/>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58" name="Shape 58"/>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dk1"/>
                </a:solidFill>
                <a:latin typeface="Arial"/>
                <a:ea typeface="Arial"/>
                <a:cs typeface="Arial"/>
                <a:sym typeface="Arial"/>
              </a:rPr>
              <a:t>‹#›</a:t>
            </a:fld>
            <a:endParaRPr lang="en-US" sz="9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8263026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Content">
    <p:spTree>
      <p:nvGrpSpPr>
        <p:cNvPr id="1" name="Shape 24"/>
        <p:cNvGrpSpPr/>
        <p:nvPr/>
      </p:nvGrpSpPr>
      <p:grpSpPr>
        <a:xfrm>
          <a:off x="0" y="0"/>
          <a:ext cx="0" cy="0"/>
          <a:chOff x="0" y="0"/>
          <a:chExt cx="0" cy="0"/>
        </a:xfrm>
      </p:grpSpPr>
      <p:sp>
        <p:nvSpPr>
          <p:cNvPr id="25" name="Title 1"/>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Arial (Headings)"/>
                <a:ea typeface="Arial (Headings)"/>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26" name="Content Placeholder"/>
          <p:cNvSpPr txBox="1">
            <a:spLocks noGrp="1"/>
          </p:cNvSpPr>
          <p:nvPr>
            <p:ph type="body" idx="1"/>
          </p:nvPr>
        </p:nvSpPr>
        <p:spPr>
          <a:xfrm>
            <a:off x="457200" y="1600200"/>
            <a:ext cx="8229600" cy="4525963"/>
          </a:xfrm>
          <a:prstGeom prst="rect">
            <a:avLst/>
          </a:prstGeom>
          <a:noFill/>
          <a:ln>
            <a:noFill/>
          </a:ln>
        </p:spPr>
        <p:txBody>
          <a:bodyPr lIns="91425" tIns="91425" rIns="91425" bIns="91425" anchor="t" anchorCtr="0"/>
          <a:lstStyle>
            <a:lvl1pPr marL="255600" marR="0" lvl="0" indent="-255600" algn="l" rtl="0">
              <a:spcBef>
                <a:spcPts val="1500"/>
              </a:spcBef>
              <a:buClr>
                <a:srgbClr val="007FA3"/>
              </a:buClr>
              <a:buSzPct val="100000"/>
              <a:buFont typeface="Arial" panose="020B0604020202020204" pitchFamily="34" charset="0"/>
              <a:buChar char="•"/>
              <a:tabLst>
                <a:tab pos="176213" algn="l"/>
              </a:tabLst>
              <a:defRPr sz="1600" b="0" i="0" u="none" strike="noStrike" cap="none">
                <a:solidFill>
                  <a:schemeClr val="dk1"/>
                </a:solidFill>
                <a:latin typeface="Arial"/>
                <a:ea typeface="Arial"/>
                <a:cs typeface="Arial"/>
                <a:sym typeface="Arial"/>
              </a:defRPr>
            </a:lvl1pPr>
            <a:lvl2pPr marL="742950" marR="0" lvl="1" indent="-283464"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2286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lang="en-IN" dirty="0"/>
          </a:p>
          <a:p>
            <a:pPr lvl="1"/>
            <a:endParaRPr lang="en-IN" dirty="0"/>
          </a:p>
          <a:p>
            <a:pPr lvl="2"/>
            <a:endParaRPr lang="en-IN"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Shape 24"/>
        <p:cNvGrpSpPr/>
        <p:nvPr/>
      </p:nvGrpSpPr>
      <p:grpSpPr>
        <a:xfrm>
          <a:off x="0" y="0"/>
          <a:ext cx="0" cy="0"/>
          <a:chOff x="0" y="0"/>
          <a:chExt cx="0" cy="0"/>
        </a:xfrm>
      </p:grpSpPr>
      <p:sp>
        <p:nvSpPr>
          <p:cNvPr id="25" name="Title 1"/>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Arial (Headings)"/>
                <a:ea typeface="Arial (Headings)"/>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 name="Content Placeholder 2">
            <a:extLst>
              <a:ext uri="{FF2B5EF4-FFF2-40B4-BE49-F238E27FC236}">
                <a16:creationId xmlns:a16="http://schemas.microsoft.com/office/drawing/2014/main" id="{64CBB54A-3ADF-4B42-A676-D66841A7CBE6}"/>
              </a:ext>
            </a:extLst>
          </p:cNvPr>
          <p:cNvSpPr>
            <a:spLocks noGrp="1"/>
          </p:cNvSpPr>
          <p:nvPr>
            <p:ph sz="quarter" idx="10"/>
          </p:nvPr>
        </p:nvSpPr>
        <p:spPr>
          <a:xfrm>
            <a:off x="1811338" y="2033588"/>
            <a:ext cx="4418012" cy="13954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Picture Placeholder 4">
            <a:extLst>
              <a:ext uri="{FF2B5EF4-FFF2-40B4-BE49-F238E27FC236}">
                <a16:creationId xmlns:a16="http://schemas.microsoft.com/office/drawing/2014/main" id="{143D67E2-7630-4A76-8A6E-4D3A9AF910FD}"/>
              </a:ext>
            </a:extLst>
          </p:cNvPr>
          <p:cNvSpPr>
            <a:spLocks noGrp="1"/>
          </p:cNvSpPr>
          <p:nvPr>
            <p:ph type="pic" sz="quarter" idx="11"/>
          </p:nvPr>
        </p:nvSpPr>
        <p:spPr>
          <a:xfrm>
            <a:off x="2127250" y="4149725"/>
            <a:ext cx="4418013" cy="1200150"/>
          </a:xfrm>
        </p:spPr>
        <p:txBody>
          <a:bodyPr/>
          <a:lstStyle/>
          <a:p>
            <a:endParaRPr lang="en-US"/>
          </a:p>
        </p:txBody>
      </p:sp>
    </p:spTree>
    <p:extLst>
      <p:ext uri="{BB962C8B-B14F-4D97-AF65-F5344CB8AC3E}">
        <p14:creationId xmlns:p14="http://schemas.microsoft.com/office/powerpoint/2010/main" val="2070883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Title and 5 Content">
    <p:spTree>
      <p:nvGrpSpPr>
        <p:cNvPr id="1" name="Shape 24"/>
        <p:cNvGrpSpPr/>
        <p:nvPr/>
      </p:nvGrpSpPr>
      <p:grpSpPr>
        <a:xfrm>
          <a:off x="0" y="0"/>
          <a:ext cx="0" cy="0"/>
          <a:chOff x="0" y="0"/>
          <a:chExt cx="0" cy="0"/>
        </a:xfrm>
      </p:grpSpPr>
      <p:sp>
        <p:nvSpPr>
          <p:cNvPr id="25" name="Title 1"/>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Arial (Headings)"/>
                <a:ea typeface="Arial (Headings)"/>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26" name="Content Placeholder 1"/>
          <p:cNvSpPr txBox="1">
            <a:spLocks noGrp="1"/>
          </p:cNvSpPr>
          <p:nvPr>
            <p:ph type="body" idx="1"/>
          </p:nvPr>
        </p:nvSpPr>
        <p:spPr>
          <a:xfrm>
            <a:off x="457200" y="1600201"/>
            <a:ext cx="8229600" cy="533400"/>
          </a:xfrm>
          <a:prstGeom prst="rect">
            <a:avLst/>
          </a:prstGeom>
          <a:noFill/>
          <a:ln>
            <a:noFill/>
          </a:ln>
        </p:spPr>
        <p:txBody>
          <a:bodyPr lIns="91425" tIns="91425" rIns="91425" bIns="91425" anchor="t" anchorCtr="0"/>
          <a:lstStyle>
            <a:lvl1pPr marL="255600" marR="0" lvl="0" indent="-255600" algn="l" rtl="0">
              <a:spcBef>
                <a:spcPts val="1500"/>
              </a:spcBef>
              <a:buClr>
                <a:srgbClr val="007FA3"/>
              </a:buClr>
              <a:buSzPct val="100000"/>
              <a:buFont typeface="Arial" panose="020B0604020202020204" pitchFamily="34" charset="0"/>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lang="en-IN" dirty="0"/>
          </a:p>
        </p:txBody>
      </p:sp>
      <p:sp>
        <p:nvSpPr>
          <p:cNvPr id="3" name="Content Placeholder 2"/>
          <p:cNvSpPr>
            <a:spLocks noGrp="1"/>
          </p:cNvSpPr>
          <p:nvPr>
            <p:ph sz="quarter" idx="13"/>
          </p:nvPr>
        </p:nvSpPr>
        <p:spPr>
          <a:xfrm>
            <a:off x="457200" y="2278063"/>
            <a:ext cx="8229600" cy="558800"/>
          </a:xfrm>
        </p:spPr>
        <p:txBody>
          <a:bodyPr/>
          <a:lstStyle>
            <a:lvl1pPr indent="-255600">
              <a:defRPr/>
            </a:lvl1pPr>
            <a:lvl2pPr indent="-283464">
              <a:defRPr/>
            </a:lvl2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5" name="Content Placeholder 4"/>
          <p:cNvSpPr>
            <a:spLocks noGrp="1"/>
          </p:cNvSpPr>
          <p:nvPr>
            <p:ph sz="quarter" idx="14"/>
          </p:nvPr>
        </p:nvSpPr>
        <p:spPr>
          <a:xfrm>
            <a:off x="457200" y="2954338"/>
            <a:ext cx="8232775" cy="609600"/>
          </a:xfrm>
        </p:spPr>
        <p:txBody>
          <a:bodyPr/>
          <a:lstStyle>
            <a:lvl1pPr indent="-255600">
              <a:defRPr/>
            </a:lvl1pPr>
            <a:lvl2pPr indent="-283464">
              <a:defRPr/>
            </a:lvl2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Content Placeholder 6"/>
          <p:cNvSpPr>
            <a:spLocks noGrp="1"/>
          </p:cNvSpPr>
          <p:nvPr>
            <p:ph sz="quarter" idx="15"/>
          </p:nvPr>
        </p:nvSpPr>
        <p:spPr>
          <a:xfrm>
            <a:off x="457200" y="3733800"/>
            <a:ext cx="8229600" cy="550863"/>
          </a:xfrm>
        </p:spPr>
        <p:txBody>
          <a:bodyPr/>
          <a:lstStyle>
            <a:lvl1pPr marL="255588" indent="-255588">
              <a:defRPr/>
            </a:lvl1pPr>
            <a:lvl2pPr indent="-283464">
              <a:defRPr/>
            </a:lvl2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Content Placeholder 8"/>
          <p:cNvSpPr>
            <a:spLocks noGrp="1"/>
          </p:cNvSpPr>
          <p:nvPr>
            <p:ph sz="quarter" idx="16"/>
          </p:nvPr>
        </p:nvSpPr>
        <p:spPr>
          <a:xfrm>
            <a:off x="457200" y="4427538"/>
            <a:ext cx="8229600" cy="652462"/>
          </a:xfrm>
        </p:spPr>
        <p:txBody>
          <a:bodyPr/>
          <a:lstStyle>
            <a:lvl1pPr marL="255588" indent="-255588">
              <a:defRPr/>
            </a:lvl1pPr>
            <a:lvl2pPr indent="-283464">
              <a:defRPr/>
            </a:lvl2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1" name="Content Placeholder 10"/>
          <p:cNvSpPr>
            <a:spLocks noGrp="1"/>
          </p:cNvSpPr>
          <p:nvPr>
            <p:ph sz="quarter" idx="17"/>
          </p:nvPr>
        </p:nvSpPr>
        <p:spPr>
          <a:xfrm>
            <a:off x="457200" y="5181600"/>
            <a:ext cx="8229600" cy="500063"/>
          </a:xfrm>
        </p:spPr>
        <p:txBody>
          <a:bodyPr/>
          <a:lstStyle>
            <a:lvl1pPr marL="255588" indent="-255588">
              <a:defRPr/>
            </a:lvl1pPr>
            <a:lvl2pPr indent="-283464">
              <a:defRPr/>
            </a:lvl2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34289802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Title and 5 Content">
    <p:spTree>
      <p:nvGrpSpPr>
        <p:cNvPr id="1" name="Shape 24"/>
        <p:cNvGrpSpPr/>
        <p:nvPr/>
      </p:nvGrpSpPr>
      <p:grpSpPr>
        <a:xfrm>
          <a:off x="0" y="0"/>
          <a:ext cx="0" cy="0"/>
          <a:chOff x="0" y="0"/>
          <a:chExt cx="0" cy="0"/>
        </a:xfrm>
      </p:grpSpPr>
      <p:sp>
        <p:nvSpPr>
          <p:cNvPr id="25" name="Title 1"/>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Arial (Headings)"/>
                <a:ea typeface="Arial (Headings)"/>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26" name="Content Placeholder 1"/>
          <p:cNvSpPr txBox="1">
            <a:spLocks noGrp="1"/>
          </p:cNvSpPr>
          <p:nvPr>
            <p:ph type="body" idx="1"/>
          </p:nvPr>
        </p:nvSpPr>
        <p:spPr>
          <a:xfrm>
            <a:off x="457200" y="1600201"/>
            <a:ext cx="8229600" cy="533400"/>
          </a:xfrm>
          <a:prstGeom prst="rect">
            <a:avLst/>
          </a:prstGeom>
          <a:noFill/>
          <a:ln>
            <a:noFill/>
          </a:ln>
        </p:spPr>
        <p:txBody>
          <a:bodyPr lIns="91425" tIns="91425" rIns="91425" bIns="91425" anchor="t" anchorCtr="0"/>
          <a:lstStyle>
            <a:lvl1pPr marL="255600" marR="0" lvl="0" indent="-255600" algn="l" rtl="0">
              <a:spcBef>
                <a:spcPts val="1500"/>
              </a:spcBef>
              <a:buClr>
                <a:srgbClr val="007FA3"/>
              </a:buClr>
              <a:buSzPct val="100000"/>
              <a:buFont typeface="Arial" panose="020B0604020202020204" pitchFamily="34" charset="0"/>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lang="en-IN" dirty="0"/>
          </a:p>
        </p:txBody>
      </p:sp>
      <p:sp>
        <p:nvSpPr>
          <p:cNvPr id="3" name="Content Placeholder 2"/>
          <p:cNvSpPr>
            <a:spLocks noGrp="1"/>
          </p:cNvSpPr>
          <p:nvPr>
            <p:ph sz="quarter" idx="13"/>
          </p:nvPr>
        </p:nvSpPr>
        <p:spPr>
          <a:xfrm>
            <a:off x="457200" y="2278063"/>
            <a:ext cx="8229600" cy="558800"/>
          </a:xfrm>
        </p:spPr>
        <p:txBody>
          <a:bodyPr/>
          <a:lstStyle>
            <a:lvl1pPr indent="-255600">
              <a:defRPr/>
            </a:lvl1pPr>
            <a:lvl2pPr indent="-283464">
              <a:defRPr/>
            </a:lvl2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5" name="Content Placeholder 4"/>
          <p:cNvSpPr>
            <a:spLocks noGrp="1"/>
          </p:cNvSpPr>
          <p:nvPr>
            <p:ph sz="quarter" idx="14"/>
          </p:nvPr>
        </p:nvSpPr>
        <p:spPr>
          <a:xfrm>
            <a:off x="457200" y="2954338"/>
            <a:ext cx="8232775" cy="609600"/>
          </a:xfrm>
        </p:spPr>
        <p:txBody>
          <a:bodyPr/>
          <a:lstStyle>
            <a:lvl1pPr indent="-255600">
              <a:defRPr/>
            </a:lvl1pPr>
            <a:lvl2pPr indent="-283464">
              <a:defRPr/>
            </a:lvl2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Content Placeholder 6"/>
          <p:cNvSpPr>
            <a:spLocks noGrp="1"/>
          </p:cNvSpPr>
          <p:nvPr>
            <p:ph sz="quarter" idx="15"/>
          </p:nvPr>
        </p:nvSpPr>
        <p:spPr>
          <a:xfrm>
            <a:off x="457200" y="3733800"/>
            <a:ext cx="8229600" cy="550863"/>
          </a:xfrm>
        </p:spPr>
        <p:txBody>
          <a:bodyPr/>
          <a:lstStyle>
            <a:lvl1pPr marL="255588" indent="-255588">
              <a:defRPr/>
            </a:lvl1pPr>
            <a:lvl2pPr indent="-283464">
              <a:defRPr/>
            </a:lvl2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Content Placeholder 8"/>
          <p:cNvSpPr>
            <a:spLocks noGrp="1"/>
          </p:cNvSpPr>
          <p:nvPr>
            <p:ph sz="quarter" idx="16"/>
          </p:nvPr>
        </p:nvSpPr>
        <p:spPr>
          <a:xfrm>
            <a:off x="457200" y="4427538"/>
            <a:ext cx="8229600" cy="652462"/>
          </a:xfrm>
        </p:spPr>
        <p:txBody>
          <a:bodyPr/>
          <a:lstStyle>
            <a:lvl1pPr marL="255588" indent="-255588">
              <a:defRPr/>
            </a:lvl1pPr>
            <a:lvl2pPr indent="-283464">
              <a:defRPr/>
            </a:lvl2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1" name="Content Placeholder 10"/>
          <p:cNvSpPr>
            <a:spLocks noGrp="1"/>
          </p:cNvSpPr>
          <p:nvPr>
            <p:ph sz="quarter" idx="17"/>
          </p:nvPr>
        </p:nvSpPr>
        <p:spPr>
          <a:xfrm>
            <a:off x="457200" y="5181600"/>
            <a:ext cx="8229600" cy="500063"/>
          </a:xfrm>
        </p:spPr>
        <p:txBody>
          <a:bodyPr/>
          <a:lstStyle>
            <a:lvl1pPr marL="255588" indent="-255588">
              <a:defRPr/>
            </a:lvl1pPr>
            <a:lvl2pPr indent="-283464">
              <a:defRPr/>
            </a:lvl2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Content Placeholder 3"/>
          <p:cNvSpPr>
            <a:spLocks noGrp="1"/>
          </p:cNvSpPr>
          <p:nvPr>
            <p:ph sz="quarter" idx="18"/>
          </p:nvPr>
        </p:nvSpPr>
        <p:spPr>
          <a:xfrm>
            <a:off x="457200" y="5811838"/>
            <a:ext cx="8229600" cy="457200"/>
          </a:xfrm>
        </p:spPr>
        <p:txBody>
          <a:bodyPr/>
          <a:lstStyle>
            <a:lvl2pPr indent="-283464">
              <a:defRPr/>
            </a:lvl2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7"/>
          <p:cNvSpPr>
            <a:spLocks noGrp="1"/>
          </p:cNvSpPr>
          <p:nvPr>
            <p:ph sz="quarter" idx="19"/>
          </p:nvPr>
        </p:nvSpPr>
        <p:spPr>
          <a:xfrm>
            <a:off x="3657601" y="6418263"/>
            <a:ext cx="479834" cy="29845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p:cNvSpPr>
            <a:spLocks noGrp="1"/>
          </p:cNvSpPr>
          <p:nvPr>
            <p:ph sz="quarter" idx="20"/>
          </p:nvPr>
        </p:nvSpPr>
        <p:spPr>
          <a:xfrm>
            <a:off x="5503863" y="6418263"/>
            <a:ext cx="453317" cy="298450"/>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Content Placeholder 13"/>
          <p:cNvSpPr>
            <a:spLocks noGrp="1"/>
          </p:cNvSpPr>
          <p:nvPr>
            <p:ph sz="quarter" idx="21"/>
          </p:nvPr>
        </p:nvSpPr>
        <p:spPr>
          <a:xfrm>
            <a:off x="7200900" y="6418263"/>
            <a:ext cx="576027" cy="298450"/>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p:cNvSpPr>
            <a:spLocks noGrp="1"/>
          </p:cNvSpPr>
          <p:nvPr>
            <p:ph sz="quarter" idx="22"/>
          </p:nvPr>
        </p:nvSpPr>
        <p:spPr>
          <a:xfrm flipH="1">
            <a:off x="7976101" y="6418263"/>
            <a:ext cx="778599" cy="298450"/>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0447949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cSld name="Chapter Opener">
    <p:spTree>
      <p:nvGrpSpPr>
        <p:cNvPr id="1" name="Shape 37"/>
        <p:cNvGrpSpPr/>
        <p:nvPr/>
      </p:nvGrpSpPr>
      <p:grpSpPr>
        <a:xfrm>
          <a:off x="0" y="0"/>
          <a:ext cx="0" cy="0"/>
          <a:chOff x="0" y="0"/>
          <a:chExt cx="0" cy="0"/>
        </a:xfrm>
      </p:grpSpPr>
      <p:sp>
        <p:nvSpPr>
          <p:cNvPr id="38" name="Shape 38"/>
          <p:cNvSpPr txBox="1">
            <a:spLocks noGrp="1"/>
          </p:cNvSpPr>
          <p:nvPr>
            <p:ph type="title"/>
          </p:nvPr>
        </p:nvSpPr>
        <p:spPr>
          <a:xfrm>
            <a:off x="457200" y="215371"/>
            <a:ext cx="8229600" cy="622828"/>
          </a:xfrm>
          <a:prstGeom prst="rect">
            <a:avLst/>
          </a:prstGeom>
          <a:noFill/>
          <a:ln>
            <a:noFill/>
          </a:ln>
        </p:spPr>
        <p:txBody>
          <a:bodyPr lIns="91425" tIns="91425" rIns="91425" bIns="91425" anchor="t"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Arial (Headings)"/>
                <a:ea typeface="Arial (Headings)"/>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9" name="Shape 39"/>
          <p:cNvSpPr txBox="1">
            <a:spLocks noGrp="1"/>
          </p:cNvSpPr>
          <p:nvPr>
            <p:ph type="body" idx="1"/>
          </p:nvPr>
        </p:nvSpPr>
        <p:spPr>
          <a:xfrm>
            <a:off x="457200" y="816429"/>
            <a:ext cx="8229600" cy="47897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0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a:p>
        </p:txBody>
      </p:sp>
      <p:sp>
        <p:nvSpPr>
          <p:cNvPr id="40" name="Shape 40"/>
          <p:cNvSpPr txBox="1">
            <a:spLocks noGrp="1"/>
          </p:cNvSpPr>
          <p:nvPr>
            <p:ph type="body" idx="2"/>
          </p:nvPr>
        </p:nvSpPr>
        <p:spPr>
          <a:xfrm>
            <a:off x="5029200" y="1600200"/>
            <a:ext cx="3657600" cy="1600198"/>
          </a:xfrm>
          <a:prstGeom prst="rect">
            <a:avLst/>
          </a:prstGeom>
          <a:noFill/>
          <a:ln>
            <a:noFill/>
          </a:ln>
        </p:spPr>
        <p:txBody>
          <a:bodyPr lIns="91425" tIns="91425" rIns="91425" bIns="91425" anchor="b" anchorCtr="0"/>
          <a:lstStyle>
            <a:lvl1pPr marL="0" marR="0" lvl="0" indent="0" algn="l" rtl="0">
              <a:spcBef>
                <a:spcPts val="0"/>
              </a:spcBef>
              <a:buClr>
                <a:srgbClr val="007FA3"/>
              </a:buClr>
              <a:buFont typeface="Arial"/>
              <a:buNone/>
              <a:defRPr sz="30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44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9pPr>
          </a:lstStyle>
          <a:p>
            <a:endParaRPr/>
          </a:p>
        </p:txBody>
      </p:sp>
      <p:sp>
        <p:nvSpPr>
          <p:cNvPr id="41" name="Shape 41"/>
          <p:cNvSpPr txBox="1">
            <a:spLocks noGrp="1"/>
          </p:cNvSpPr>
          <p:nvPr>
            <p:ph type="body" idx="3"/>
          </p:nvPr>
        </p:nvSpPr>
        <p:spPr>
          <a:xfrm>
            <a:off x="5029200" y="3200400"/>
            <a:ext cx="3657600" cy="2925763"/>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2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endParaRPr/>
          </a:p>
        </p:txBody>
      </p:sp>
      <p:sp>
        <p:nvSpPr>
          <p:cNvPr id="42" name="Shape 42"/>
          <p:cNvSpPr txBox="1">
            <a:spLocks noGrp="1"/>
          </p:cNvSpPr>
          <p:nvPr>
            <p:ph type="ftr" idx="11"/>
          </p:nvPr>
        </p:nvSpPr>
        <p:spPr>
          <a:xfrm>
            <a:off x="93969" y="6165337"/>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43" name="Shape 4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44" name="Shape 4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cSld name="Title + Learning Objectives and Content">
    <p:spTree>
      <p:nvGrpSpPr>
        <p:cNvPr id="1" name="Shape 61"/>
        <p:cNvGrpSpPr/>
        <p:nvPr/>
      </p:nvGrpSpPr>
      <p:grpSpPr>
        <a:xfrm>
          <a:off x="0" y="0"/>
          <a:ext cx="0" cy="0"/>
          <a:chOff x="0" y="0"/>
          <a:chExt cx="0" cy="0"/>
        </a:xfrm>
      </p:grpSpPr>
      <p:sp>
        <p:nvSpPr>
          <p:cNvPr id="62" name="Shape 62"/>
          <p:cNvSpPr txBox="1">
            <a:spLocks noGrp="1"/>
          </p:cNvSpPr>
          <p:nvPr>
            <p:ph type="title"/>
          </p:nvPr>
        </p:nvSpPr>
        <p:spPr>
          <a:xfrm>
            <a:off x="457200" y="215371"/>
            <a:ext cx="8229600" cy="622828"/>
          </a:xfrm>
          <a:prstGeom prst="rect">
            <a:avLst/>
          </a:prstGeom>
          <a:noFill/>
          <a:ln>
            <a:noFill/>
          </a:ln>
        </p:spPr>
        <p:txBody>
          <a:bodyPr lIns="91425" tIns="91425" rIns="91425" bIns="91425" anchor="t"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Arial (Headings)"/>
                <a:ea typeface="Arial (Headings)"/>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63" name="Shape 63"/>
          <p:cNvSpPr txBox="1">
            <a:spLocks noGrp="1"/>
          </p:cNvSpPr>
          <p:nvPr>
            <p:ph type="body" idx="1"/>
          </p:nvPr>
        </p:nvSpPr>
        <p:spPr>
          <a:xfrm>
            <a:off x="457200" y="816429"/>
            <a:ext cx="8229600" cy="402769"/>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16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a:p>
        </p:txBody>
      </p:sp>
      <p:sp>
        <p:nvSpPr>
          <p:cNvPr id="64" name="Shape 64"/>
          <p:cNvSpPr txBox="1">
            <a:spLocks noGrp="1"/>
          </p:cNvSpPr>
          <p:nvPr>
            <p:ph type="body" idx="2"/>
          </p:nvPr>
        </p:nvSpPr>
        <p:spPr>
          <a:xfrm>
            <a:off x="457200" y="1600200"/>
            <a:ext cx="8229600" cy="4525963"/>
          </a:xfrm>
          <a:prstGeom prst="rect">
            <a:avLst/>
          </a:prstGeom>
          <a:noFill/>
          <a:ln>
            <a:noFill/>
          </a:ln>
        </p:spPr>
        <p:txBody>
          <a:bodyPr lIns="91425" tIns="91425" rIns="91425" bIns="91425" anchor="t" anchorCtr="0"/>
          <a:lstStyle>
            <a:lvl1pPr marL="256032" marR="0" lvl="0" indent="-2560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65" name="Shape 65"/>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66" name="Shape 66"/>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67" name="Shape 67"/>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Shape 68"/>
        <p:cNvGrpSpPr/>
        <p:nvPr/>
      </p:nvGrpSpPr>
      <p:grpSpPr>
        <a:xfrm>
          <a:off x="0" y="0"/>
          <a:ext cx="0" cy="0"/>
          <a:chOff x="0" y="0"/>
          <a:chExt cx="0" cy="0"/>
        </a:xfrm>
      </p:grpSpPr>
      <p:sp>
        <p:nvSpPr>
          <p:cNvPr id="69" name="Shape 69"/>
          <p:cNvSpPr txBox="1">
            <a:spLocks noGrp="1"/>
          </p:cNvSpPr>
          <p:nvPr>
            <p:ph type="title"/>
          </p:nvPr>
        </p:nvSpPr>
        <p:spPr>
          <a:xfrm>
            <a:off x="685800" y="1447800"/>
            <a:ext cx="7772400" cy="2152651"/>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Arial (Headings)"/>
                <a:ea typeface="Arial (Headings)"/>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70" name="Shape 70"/>
          <p:cNvSpPr txBox="1">
            <a:spLocks noGrp="1"/>
          </p:cNvSpPr>
          <p:nvPr>
            <p:ph type="body" idx="1"/>
          </p:nvPr>
        </p:nvSpPr>
        <p:spPr>
          <a:xfrm>
            <a:off x="674687" y="3962400"/>
            <a:ext cx="7794626"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1600" b="0" i="0" u="none" strike="noStrike" cap="none">
                <a:solidFill>
                  <a:srgbClr val="007FA3"/>
                </a:solidFill>
                <a:latin typeface="Arial"/>
                <a:ea typeface="Arial"/>
                <a:cs typeface="Arial"/>
                <a:sym typeface="Arial"/>
              </a:defRPr>
            </a:lvl1pPr>
            <a:lvl2pPr marL="457200" marR="0" lvl="1" indent="0" algn="l" rtl="0">
              <a:spcBef>
                <a:spcPts val="600"/>
              </a:spcBef>
              <a:buClr>
                <a:srgbClr val="007FA3"/>
              </a:buClr>
              <a:buFont typeface="Arial"/>
              <a:buNone/>
              <a:defRPr sz="1800" b="0" i="0" u="none" strike="noStrike" cap="none">
                <a:solidFill>
                  <a:srgbClr val="888888"/>
                </a:solidFill>
                <a:latin typeface="Arial"/>
                <a:ea typeface="Arial"/>
                <a:cs typeface="Arial"/>
                <a:sym typeface="Arial"/>
              </a:defRPr>
            </a:lvl2pPr>
            <a:lvl3pPr marL="914400" marR="0" lvl="2" indent="0" algn="l"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4pPr>
            <a:lvl5pPr marL="1828800" marR="0" lvl="4"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5pPr>
            <a:lvl6pPr marL="2286000" marR="0" lvl="5"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6pPr>
            <a:lvl7pPr marL="2743200" marR="0" lvl="6"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7pPr>
            <a:lvl8pPr marL="3200400" marR="0" lvl="7"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8pPr>
            <a:lvl9pPr marL="3657600" marR="0" lvl="8"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9pPr>
          </a:lstStyle>
          <a:p>
            <a:endParaRPr/>
          </a:p>
        </p:txBody>
      </p:sp>
      <p:sp>
        <p:nvSpPr>
          <p:cNvPr id="71" name="Shape 71"/>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72" name="Shape 7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73" name="Shape 7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cSld name="Title Only">
    <p:spTree>
      <p:nvGrpSpPr>
        <p:cNvPr id="1" name="Shape 74"/>
        <p:cNvGrpSpPr/>
        <p:nvPr/>
      </p:nvGrpSpPr>
      <p:grpSpPr>
        <a:xfrm>
          <a:off x="0" y="0"/>
          <a:ext cx="0" cy="0"/>
          <a:chOff x="0" y="0"/>
          <a:chExt cx="0" cy="0"/>
        </a:xfrm>
      </p:grpSpPr>
      <p:sp>
        <p:nvSpPr>
          <p:cNvPr id="75" name="Shape 75"/>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Arial (Headings)"/>
                <a:ea typeface="Arial (Headings)"/>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76" name="Shape 76"/>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77" name="Shape 77"/>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78" name="Shape 78"/>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Two Content">
    <p:spTree>
      <p:nvGrpSpPr>
        <p:cNvPr id="1" name="Shape 30"/>
        <p:cNvGrpSpPr/>
        <p:nvPr/>
      </p:nvGrpSpPr>
      <p:grpSpPr>
        <a:xfrm>
          <a:off x="0" y="0"/>
          <a:ext cx="0" cy="0"/>
          <a:chOff x="0" y="0"/>
          <a:chExt cx="0" cy="0"/>
        </a:xfrm>
      </p:grpSpPr>
      <p:sp>
        <p:nvSpPr>
          <p:cNvPr id="31" name="Shape 31"/>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Arial (Headings)"/>
                <a:ea typeface="Arial (Headings)"/>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2" name="Shape 32"/>
          <p:cNvSpPr txBox="1">
            <a:spLocks noGrp="1"/>
          </p:cNvSpPr>
          <p:nvPr>
            <p:ph type="body" idx="1"/>
          </p:nvPr>
        </p:nvSpPr>
        <p:spPr>
          <a:xfrm>
            <a:off x="457200" y="1600200"/>
            <a:ext cx="8229600" cy="2163763"/>
          </a:xfrm>
          <a:prstGeom prst="rect">
            <a:avLst/>
          </a:prstGeom>
          <a:noFill/>
          <a:ln>
            <a:noFill/>
          </a:ln>
        </p:spPr>
        <p:txBody>
          <a:bodyPr lIns="91425" tIns="91425" rIns="91425" bIns="91425" anchor="t" anchorCtr="0"/>
          <a:lstStyle>
            <a:lvl1pPr marL="256032" marR="0" lvl="0" indent="-2560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283464"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2286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39700" algn="l" rtl="0">
              <a:spcBef>
                <a:spcPts val="300"/>
              </a:spcBef>
              <a:buClr>
                <a:srgbClr val="007FA3"/>
              </a:buClr>
              <a:buSzPct val="100000"/>
              <a:buFont typeface="Arial"/>
              <a:buChar char="•"/>
              <a:defRPr sz="1400" b="0" i="0" u="none" strike="noStrike" cap="none">
                <a:solidFill>
                  <a:schemeClr val="dk1"/>
                </a:solidFill>
                <a:latin typeface="Arial"/>
                <a:ea typeface="Arial"/>
                <a:cs typeface="Arial"/>
                <a:sym typeface="Arial"/>
              </a:defRPr>
            </a:lvl6pPr>
            <a:lvl7pPr marL="2971800" marR="0" lvl="6" indent="-139700" algn="l" rtl="0">
              <a:spcBef>
                <a:spcPts val="300"/>
              </a:spcBef>
              <a:buClr>
                <a:srgbClr val="007FA3"/>
              </a:buClr>
              <a:buSzPct val="100000"/>
              <a:buFont typeface="Arial"/>
              <a:buChar char="•"/>
              <a:defRPr sz="1400" b="0" i="0" u="none" strike="noStrike" cap="none">
                <a:solidFill>
                  <a:schemeClr val="dk1"/>
                </a:solidFill>
                <a:latin typeface="Arial"/>
                <a:ea typeface="Arial"/>
                <a:cs typeface="Arial"/>
                <a:sym typeface="Arial"/>
              </a:defRPr>
            </a:lvl7pPr>
            <a:lvl8pPr marL="3429000" marR="0" lvl="7" indent="-139700" algn="l" rtl="0">
              <a:spcBef>
                <a:spcPts val="300"/>
              </a:spcBef>
              <a:buClr>
                <a:srgbClr val="007FA3"/>
              </a:buClr>
              <a:buSzPct val="100000"/>
              <a:buFont typeface="Arial"/>
              <a:buChar char="•"/>
              <a:defRPr sz="1400" b="0" i="0" u="none" strike="noStrike" cap="none">
                <a:solidFill>
                  <a:schemeClr val="dk1"/>
                </a:solidFill>
                <a:latin typeface="Arial"/>
                <a:ea typeface="Arial"/>
                <a:cs typeface="Arial"/>
                <a:sym typeface="Arial"/>
              </a:defRPr>
            </a:lvl8pPr>
            <a:lvl9pPr marL="3886200" marR="0" lvl="8" indent="-139700" algn="l" rtl="0">
              <a:spcBef>
                <a:spcPts val="300"/>
              </a:spcBef>
              <a:buClr>
                <a:srgbClr val="007FA3"/>
              </a:buClr>
              <a:buSzPct val="100000"/>
              <a:buFont typeface="Arial"/>
              <a:buChar char="•"/>
              <a:defRPr sz="1400" b="0" i="0" u="none" strike="noStrike" cap="none">
                <a:solidFill>
                  <a:schemeClr val="dk1"/>
                </a:solidFill>
                <a:latin typeface="Arial"/>
                <a:ea typeface="Arial"/>
                <a:cs typeface="Arial"/>
                <a:sym typeface="Arial"/>
              </a:defRPr>
            </a:lvl9pPr>
          </a:lstStyle>
          <a:p>
            <a:endParaRPr lang="en-US" dirty="0"/>
          </a:p>
          <a:p>
            <a:pPr lvl="1"/>
            <a:endParaRPr lang="en-US" dirty="0"/>
          </a:p>
          <a:p>
            <a:pPr lvl="2"/>
            <a:endParaRPr dirty="0"/>
          </a:p>
        </p:txBody>
      </p:sp>
      <p:sp>
        <p:nvSpPr>
          <p:cNvPr id="33" name="Shape 33"/>
          <p:cNvSpPr txBox="1">
            <a:spLocks noGrp="1"/>
          </p:cNvSpPr>
          <p:nvPr>
            <p:ph type="body" idx="2"/>
          </p:nvPr>
        </p:nvSpPr>
        <p:spPr>
          <a:xfrm>
            <a:off x="457200" y="3962400"/>
            <a:ext cx="8229600" cy="2163763"/>
          </a:xfrm>
          <a:prstGeom prst="rect">
            <a:avLst/>
          </a:prstGeom>
          <a:noFill/>
          <a:ln>
            <a:noFill/>
          </a:ln>
        </p:spPr>
        <p:txBody>
          <a:bodyPr lIns="91425" tIns="91425" rIns="91425" bIns="91425" anchor="t" anchorCtr="0"/>
          <a:lstStyle>
            <a:lvl1pPr marL="256032" marR="0" lvl="0" indent="-2560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283464"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2286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39700" algn="l" rtl="0">
              <a:spcBef>
                <a:spcPts val="300"/>
              </a:spcBef>
              <a:buClr>
                <a:srgbClr val="007FA3"/>
              </a:buClr>
              <a:buSzPct val="100000"/>
              <a:buFont typeface="Arial"/>
              <a:buChar char="•"/>
              <a:defRPr sz="1400" b="0" i="0" u="none" strike="noStrike" cap="none">
                <a:solidFill>
                  <a:schemeClr val="dk1"/>
                </a:solidFill>
                <a:latin typeface="Arial"/>
                <a:ea typeface="Arial"/>
                <a:cs typeface="Arial"/>
                <a:sym typeface="Arial"/>
              </a:defRPr>
            </a:lvl6pPr>
            <a:lvl7pPr marL="2971800" marR="0" lvl="6" indent="-139700" algn="l" rtl="0">
              <a:spcBef>
                <a:spcPts val="300"/>
              </a:spcBef>
              <a:buClr>
                <a:srgbClr val="007FA3"/>
              </a:buClr>
              <a:buSzPct val="100000"/>
              <a:buFont typeface="Arial"/>
              <a:buChar char="•"/>
              <a:defRPr sz="1400" b="0" i="0" u="none" strike="noStrike" cap="none">
                <a:solidFill>
                  <a:schemeClr val="dk1"/>
                </a:solidFill>
                <a:latin typeface="Arial"/>
                <a:ea typeface="Arial"/>
                <a:cs typeface="Arial"/>
                <a:sym typeface="Arial"/>
              </a:defRPr>
            </a:lvl7pPr>
            <a:lvl8pPr marL="3429000" marR="0" lvl="7" indent="-139700" algn="l" rtl="0">
              <a:spcBef>
                <a:spcPts val="300"/>
              </a:spcBef>
              <a:buClr>
                <a:srgbClr val="007FA3"/>
              </a:buClr>
              <a:buSzPct val="100000"/>
              <a:buFont typeface="Arial"/>
              <a:buChar char="•"/>
              <a:defRPr sz="1400" b="0" i="0" u="none" strike="noStrike" cap="none">
                <a:solidFill>
                  <a:schemeClr val="dk1"/>
                </a:solidFill>
                <a:latin typeface="Arial"/>
                <a:ea typeface="Arial"/>
                <a:cs typeface="Arial"/>
                <a:sym typeface="Arial"/>
              </a:defRPr>
            </a:lvl8pPr>
            <a:lvl9pPr marL="3886200" marR="0" lvl="8" indent="-139700" algn="l" rtl="0">
              <a:spcBef>
                <a:spcPts val="300"/>
              </a:spcBef>
              <a:buClr>
                <a:srgbClr val="007FA3"/>
              </a:buClr>
              <a:buSzPct val="100000"/>
              <a:buFont typeface="Arial"/>
              <a:buChar char="•"/>
              <a:defRPr sz="1400" b="0" i="0" u="none" strike="noStrike" cap="none">
                <a:solidFill>
                  <a:schemeClr val="dk1"/>
                </a:solidFill>
                <a:latin typeface="Arial"/>
                <a:ea typeface="Arial"/>
                <a:cs typeface="Arial"/>
                <a:sym typeface="Arial"/>
              </a:defRPr>
            </a:lvl9pPr>
          </a:lstStyle>
          <a:p>
            <a:endParaRPr lang="en-US" dirty="0"/>
          </a:p>
          <a:p>
            <a:pPr lvl="1"/>
            <a:endParaRPr lang="en-US" dirty="0"/>
          </a:p>
          <a:p>
            <a:pPr lvl="2"/>
            <a:endParaRPr dirty="0"/>
          </a:p>
        </p:txBody>
      </p:sp>
      <p:sp>
        <p:nvSpPr>
          <p:cNvPr id="34" name="Shape 34"/>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14617625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Blank">
    <p:spTree>
      <p:nvGrpSpPr>
        <p:cNvPr id="1" name="Shape 79"/>
        <p:cNvGrpSpPr/>
        <p:nvPr/>
      </p:nvGrpSpPr>
      <p:grpSpPr>
        <a:xfrm>
          <a:off x="0" y="0"/>
          <a:ext cx="0" cy="0"/>
          <a:chOff x="0" y="0"/>
          <a:chExt cx="0" cy="0"/>
        </a:xfrm>
      </p:grpSpPr>
      <p:sp>
        <p:nvSpPr>
          <p:cNvPr id="80" name="Shape 80"/>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81" name="Shape 81"/>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82" name="Shape 82"/>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dk1"/>
                </a:solidFill>
                <a:latin typeface="Arial"/>
                <a:ea typeface="Arial"/>
                <a:cs typeface="Arial"/>
                <a:sym typeface="Arial"/>
              </a:rPr>
              <a:t>‹#›</a:t>
            </a:fld>
            <a:endParaRPr lang="en-US" sz="900" b="0" i="0" u="none" strike="noStrike" cap="none">
              <a:solidFill>
                <a:schemeClr val="dk1"/>
              </a:solidFill>
              <a:latin typeface="Arial"/>
              <a:ea typeface="Arial"/>
              <a:cs typeface="Arial"/>
              <a:sym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hapter Opener">
    <p:spTree>
      <p:nvGrpSpPr>
        <p:cNvPr id="1" name="Shape 37"/>
        <p:cNvGrpSpPr/>
        <p:nvPr/>
      </p:nvGrpSpPr>
      <p:grpSpPr>
        <a:xfrm>
          <a:off x="0" y="0"/>
          <a:ext cx="0" cy="0"/>
          <a:chOff x="0" y="0"/>
          <a:chExt cx="0" cy="0"/>
        </a:xfrm>
      </p:grpSpPr>
      <p:sp>
        <p:nvSpPr>
          <p:cNvPr id="38" name="Shape 38"/>
          <p:cNvSpPr txBox="1">
            <a:spLocks noGrp="1"/>
          </p:cNvSpPr>
          <p:nvPr>
            <p:ph type="title"/>
          </p:nvPr>
        </p:nvSpPr>
        <p:spPr>
          <a:xfrm>
            <a:off x="457200" y="215371"/>
            <a:ext cx="8229600" cy="622828"/>
          </a:xfrm>
          <a:prstGeom prst="rect">
            <a:avLst/>
          </a:prstGeom>
          <a:noFill/>
          <a:ln>
            <a:noFill/>
          </a:ln>
        </p:spPr>
        <p:txBody>
          <a:bodyPr lIns="91425" tIns="91425" rIns="91425" bIns="91425" anchor="t"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Arial (Headings)"/>
                <a:ea typeface="Arial (Headings)"/>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9" name="Shape 39"/>
          <p:cNvSpPr txBox="1">
            <a:spLocks noGrp="1"/>
          </p:cNvSpPr>
          <p:nvPr>
            <p:ph type="body" idx="1"/>
          </p:nvPr>
        </p:nvSpPr>
        <p:spPr>
          <a:xfrm>
            <a:off x="457200" y="816429"/>
            <a:ext cx="8229600" cy="47897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0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a:p>
        </p:txBody>
      </p:sp>
      <p:sp>
        <p:nvSpPr>
          <p:cNvPr id="40" name="Shape 40"/>
          <p:cNvSpPr txBox="1">
            <a:spLocks noGrp="1"/>
          </p:cNvSpPr>
          <p:nvPr>
            <p:ph type="body" idx="2"/>
          </p:nvPr>
        </p:nvSpPr>
        <p:spPr>
          <a:xfrm>
            <a:off x="5029200" y="1600200"/>
            <a:ext cx="3657600" cy="1600198"/>
          </a:xfrm>
          <a:prstGeom prst="rect">
            <a:avLst/>
          </a:prstGeom>
          <a:noFill/>
          <a:ln>
            <a:noFill/>
          </a:ln>
        </p:spPr>
        <p:txBody>
          <a:bodyPr lIns="91425" tIns="91425" rIns="91425" bIns="91425" anchor="b" anchorCtr="0"/>
          <a:lstStyle>
            <a:lvl1pPr marL="0" marR="0" lvl="0" indent="0" algn="l" rtl="0">
              <a:spcBef>
                <a:spcPts val="0"/>
              </a:spcBef>
              <a:buClr>
                <a:srgbClr val="007FA3"/>
              </a:buClr>
              <a:buFont typeface="Arial"/>
              <a:buNone/>
              <a:defRPr sz="30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44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9pPr>
          </a:lstStyle>
          <a:p>
            <a:endParaRPr/>
          </a:p>
        </p:txBody>
      </p:sp>
      <p:sp>
        <p:nvSpPr>
          <p:cNvPr id="41" name="Shape 41"/>
          <p:cNvSpPr txBox="1">
            <a:spLocks noGrp="1"/>
          </p:cNvSpPr>
          <p:nvPr>
            <p:ph type="body" idx="3"/>
          </p:nvPr>
        </p:nvSpPr>
        <p:spPr>
          <a:xfrm>
            <a:off x="5029200" y="3200400"/>
            <a:ext cx="3657600" cy="2925763"/>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2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endParaRPr/>
          </a:p>
        </p:txBody>
      </p:sp>
      <p:sp>
        <p:nvSpPr>
          <p:cNvPr id="42" name="Shape 42"/>
          <p:cNvSpPr txBox="1">
            <a:spLocks noGrp="1"/>
          </p:cNvSpPr>
          <p:nvPr>
            <p:ph type="ftr" idx="11"/>
          </p:nvPr>
        </p:nvSpPr>
        <p:spPr>
          <a:xfrm>
            <a:off x="93969" y="6165337"/>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43" name="Shape 4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44" name="Shape 4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9" name="Shape 39"/>
          <p:cNvSpPr txBox="1">
            <a:spLocks noGrp="1"/>
          </p:cNvSpPr>
          <p:nvPr>
            <p:ph type="body" idx="13"/>
          </p:nvPr>
        </p:nvSpPr>
        <p:spPr>
          <a:xfrm>
            <a:off x="474779" y="1500547"/>
            <a:ext cx="8229600" cy="205153"/>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0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a:p>
        </p:txBody>
      </p:sp>
    </p:spTree>
    <p:extLst>
      <p:ext uri="{BB962C8B-B14F-4D97-AF65-F5344CB8AC3E}">
        <p14:creationId xmlns:p14="http://schemas.microsoft.com/office/powerpoint/2010/main" val="306885795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Chapter Opener">
    <p:spTree>
      <p:nvGrpSpPr>
        <p:cNvPr id="1" name="Shape 37"/>
        <p:cNvGrpSpPr/>
        <p:nvPr/>
      </p:nvGrpSpPr>
      <p:grpSpPr>
        <a:xfrm>
          <a:off x="0" y="0"/>
          <a:ext cx="0" cy="0"/>
          <a:chOff x="0" y="0"/>
          <a:chExt cx="0" cy="0"/>
        </a:xfrm>
      </p:grpSpPr>
      <p:sp>
        <p:nvSpPr>
          <p:cNvPr id="38" name="Shape 38"/>
          <p:cNvSpPr txBox="1">
            <a:spLocks noGrp="1"/>
          </p:cNvSpPr>
          <p:nvPr>
            <p:ph type="title"/>
          </p:nvPr>
        </p:nvSpPr>
        <p:spPr>
          <a:xfrm>
            <a:off x="457200" y="215371"/>
            <a:ext cx="8229600" cy="622828"/>
          </a:xfrm>
          <a:prstGeom prst="rect">
            <a:avLst/>
          </a:prstGeom>
          <a:noFill/>
          <a:ln>
            <a:noFill/>
          </a:ln>
        </p:spPr>
        <p:txBody>
          <a:bodyPr lIns="91425" tIns="91425" rIns="91425" bIns="91425" anchor="t"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Arial (Headings)"/>
                <a:ea typeface="Arial (Headings)"/>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9" name="Shape 39"/>
          <p:cNvSpPr txBox="1">
            <a:spLocks noGrp="1"/>
          </p:cNvSpPr>
          <p:nvPr>
            <p:ph type="body" idx="1"/>
          </p:nvPr>
        </p:nvSpPr>
        <p:spPr>
          <a:xfrm>
            <a:off x="457200" y="816429"/>
            <a:ext cx="8229600" cy="47897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0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a:p>
        </p:txBody>
      </p:sp>
      <p:sp>
        <p:nvSpPr>
          <p:cNvPr id="40" name="Shape 40"/>
          <p:cNvSpPr txBox="1">
            <a:spLocks noGrp="1"/>
          </p:cNvSpPr>
          <p:nvPr>
            <p:ph type="body" idx="2"/>
          </p:nvPr>
        </p:nvSpPr>
        <p:spPr>
          <a:xfrm>
            <a:off x="5029200" y="1600200"/>
            <a:ext cx="3657600" cy="1600198"/>
          </a:xfrm>
          <a:prstGeom prst="rect">
            <a:avLst/>
          </a:prstGeom>
          <a:noFill/>
          <a:ln>
            <a:noFill/>
          </a:ln>
        </p:spPr>
        <p:txBody>
          <a:bodyPr lIns="91425" tIns="91425" rIns="91425" bIns="91425" anchor="b" anchorCtr="0"/>
          <a:lstStyle>
            <a:lvl1pPr marL="0" marR="0" lvl="0" indent="0" algn="l" rtl="0">
              <a:spcBef>
                <a:spcPts val="0"/>
              </a:spcBef>
              <a:buClr>
                <a:srgbClr val="007FA3"/>
              </a:buClr>
              <a:buFont typeface="Arial"/>
              <a:buNone/>
              <a:defRPr sz="30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44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9pPr>
          </a:lstStyle>
          <a:p>
            <a:endParaRPr/>
          </a:p>
        </p:txBody>
      </p:sp>
      <p:sp>
        <p:nvSpPr>
          <p:cNvPr id="41" name="Shape 41"/>
          <p:cNvSpPr txBox="1">
            <a:spLocks noGrp="1"/>
          </p:cNvSpPr>
          <p:nvPr>
            <p:ph type="body" idx="3"/>
          </p:nvPr>
        </p:nvSpPr>
        <p:spPr>
          <a:xfrm>
            <a:off x="5029200" y="3200400"/>
            <a:ext cx="3657600" cy="2925763"/>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2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endParaRPr/>
          </a:p>
        </p:txBody>
      </p:sp>
      <p:sp>
        <p:nvSpPr>
          <p:cNvPr id="42" name="Shape 42"/>
          <p:cNvSpPr txBox="1">
            <a:spLocks noGrp="1"/>
          </p:cNvSpPr>
          <p:nvPr>
            <p:ph type="ftr" idx="11"/>
          </p:nvPr>
        </p:nvSpPr>
        <p:spPr>
          <a:xfrm>
            <a:off x="93969" y="6165337"/>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43" name="Shape 4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44" name="Shape 4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9" name="Shape 39"/>
          <p:cNvSpPr txBox="1">
            <a:spLocks noGrp="1"/>
          </p:cNvSpPr>
          <p:nvPr>
            <p:ph type="body" idx="13"/>
          </p:nvPr>
        </p:nvSpPr>
        <p:spPr>
          <a:xfrm>
            <a:off x="474779" y="1500547"/>
            <a:ext cx="8229600" cy="205153"/>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0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a:p>
        </p:txBody>
      </p:sp>
      <p:sp>
        <p:nvSpPr>
          <p:cNvPr id="3" name="Picture Placeholder 2">
            <a:extLst>
              <a:ext uri="{FF2B5EF4-FFF2-40B4-BE49-F238E27FC236}">
                <a16:creationId xmlns:a16="http://schemas.microsoft.com/office/drawing/2014/main" id="{A7B86D8D-7E57-4733-AA5A-C6136254BFEA}"/>
              </a:ext>
            </a:extLst>
          </p:cNvPr>
          <p:cNvSpPr>
            <a:spLocks noGrp="1"/>
          </p:cNvSpPr>
          <p:nvPr>
            <p:ph type="pic" sz="quarter" idx="14"/>
          </p:nvPr>
        </p:nvSpPr>
        <p:spPr>
          <a:xfrm>
            <a:off x="735013" y="2495550"/>
            <a:ext cx="3546475" cy="1119188"/>
          </a:xfrm>
        </p:spPr>
        <p:txBody>
          <a:bodyPr/>
          <a:lstStyle/>
          <a:p>
            <a:endParaRPr lang="en-US"/>
          </a:p>
        </p:txBody>
      </p:sp>
      <p:sp>
        <p:nvSpPr>
          <p:cNvPr id="5" name="Picture Placeholder 4">
            <a:extLst>
              <a:ext uri="{FF2B5EF4-FFF2-40B4-BE49-F238E27FC236}">
                <a16:creationId xmlns:a16="http://schemas.microsoft.com/office/drawing/2014/main" id="{32D9E9EB-3E4C-472F-A7BA-98CFA5350DD9}"/>
              </a:ext>
            </a:extLst>
          </p:cNvPr>
          <p:cNvSpPr>
            <a:spLocks noGrp="1"/>
          </p:cNvSpPr>
          <p:nvPr>
            <p:ph type="pic" sz="quarter" idx="15"/>
          </p:nvPr>
        </p:nvSpPr>
        <p:spPr>
          <a:xfrm>
            <a:off x="717550" y="4095750"/>
            <a:ext cx="3657600" cy="954088"/>
          </a:xfrm>
        </p:spPr>
        <p:txBody>
          <a:bodyPr/>
          <a:lstStyle/>
          <a:p>
            <a:endParaRPr lang="en-US"/>
          </a:p>
        </p:txBody>
      </p:sp>
    </p:spTree>
    <p:extLst>
      <p:ext uri="{BB962C8B-B14F-4D97-AF65-F5344CB8AC3E}">
        <p14:creationId xmlns:p14="http://schemas.microsoft.com/office/powerpoint/2010/main" val="12424761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1"/>
          <p:cNvSpPr>
            <a:spLocks noGrp="1"/>
          </p:cNvSpPr>
          <p:nvPr>
            <p:ph type="ftr" idx="10"/>
          </p:nvPr>
        </p:nvSpPr>
        <p:spPr/>
        <p:txBody>
          <a:bodyPr/>
          <a:lstStyle/>
          <a:p>
            <a:endParaRPr lang="en-IN"/>
          </a:p>
        </p:txBody>
      </p:sp>
      <p:sp>
        <p:nvSpPr>
          <p:cNvPr id="3" name="Date Placeholder 2"/>
          <p:cNvSpPr>
            <a:spLocks noGrp="1"/>
          </p:cNvSpPr>
          <p:nvPr>
            <p:ph type="dt" idx="11"/>
          </p:nvPr>
        </p:nvSpPr>
        <p:spPr/>
        <p:txBody>
          <a:bodyPr/>
          <a:lstStyle/>
          <a:p>
            <a:endParaRPr lang="en-IN"/>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32978439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g"/></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5.xml"/><Relationship Id="rId2" Type="http://schemas.openxmlformats.org/officeDocument/2006/relationships/slideLayout" Target="../slideLayouts/slideLayout14.xml"/><Relationship Id="rId1" Type="http://schemas.openxmlformats.org/officeDocument/2006/relationships/slideLayout" Target="../slideLayouts/slideLayout13.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Shape 10"/>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11" name="Shape 11"/>
          <p:cNvSpPr txBox="1">
            <a:spLocks noGrp="1"/>
          </p:cNvSpPr>
          <p:nvPr>
            <p:ph type="body" idx="1"/>
          </p:nvPr>
        </p:nvSpPr>
        <p:spPr>
          <a:xfrm>
            <a:off x="457200" y="1600200"/>
            <a:ext cx="8229600" cy="4525963"/>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2" name="Shape 12"/>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9" name="Text Placeholder 5"/>
          <p:cNvSpPr txBox="1">
            <a:spLocks/>
          </p:cNvSpPr>
          <p:nvPr userDrawn="1"/>
        </p:nvSpPr>
        <p:spPr>
          <a:xfrm>
            <a:off x="2773680" y="6451421"/>
            <a:ext cx="5986222" cy="221018"/>
          </a:xfrm>
          <a:prstGeom prst="rect">
            <a:avLst/>
          </a:prstGeom>
        </p:spPr>
        <p:txBody>
          <a:bodyPr lIns="0" tIns="18000" rIns="0" bIns="18000" anchor="ctr">
            <a:spAutoFit/>
          </a:bodyPr>
          <a:lstStyle>
            <a:defPPr marR="0" lvl="0" algn="l" rtl="0">
              <a:lnSpc>
                <a:spcPct val="100000"/>
              </a:lnSpc>
              <a:spcBef>
                <a:spcPts val="0"/>
              </a:spcBef>
              <a:spcAft>
                <a:spcPts val="0"/>
              </a:spcAft>
            </a:defPPr>
            <a:lvl1pPr marL="255588" marR="0" lvl="0" indent="-25558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a:lstStyle>
          <a:p>
            <a:pPr algn="r"/>
            <a:r>
              <a:rPr lang="en-US" altLang="en-US" sz="1200" dirty="0">
                <a:solidFill>
                  <a:schemeClr val="tx1"/>
                </a:solidFill>
                <a:latin typeface="Verdana"/>
                <a:ea typeface="Verdana" panose="020B0604030504040204" pitchFamily="34" charset="0"/>
                <a:cs typeface="Verdana" panose="020B0604030504040204" pitchFamily="34" charset="0"/>
              </a:rPr>
              <a:t>Copyright © 2019, 2016, 2013 Pearson Education, Inc. All Rights Reserved</a:t>
            </a:r>
          </a:p>
        </p:txBody>
      </p:sp>
      <p:pic>
        <p:nvPicPr>
          <p:cNvPr id="16" name="Picture Placeholder 12" descr="Pearson Logo">
            <a:extLst>
              <a:ext uri="{FF2B5EF4-FFF2-40B4-BE49-F238E27FC236}">
                <a16:creationId xmlns:a16="http://schemas.microsoft.com/office/drawing/2014/main" id="{703A8090-3141-40F8-8CFF-D98CD0548A3A}"/>
              </a:ext>
            </a:extLst>
          </p:cNvPr>
          <p:cNvPicPr>
            <a:picLocks noChangeAspect="1"/>
          </p:cNvPicPr>
          <p:nvPr userDrawn="1"/>
        </p:nvPicPr>
        <p:blipFill>
          <a:blip r:embed="rId14"/>
          <a:stretch>
            <a:fillRect/>
          </a:stretch>
        </p:blipFill>
        <p:spPr>
          <a:xfrm>
            <a:off x="441719" y="6436570"/>
            <a:ext cx="914400" cy="276225"/>
          </a:xfrm>
          <a:prstGeom prst="rect">
            <a:avLst/>
          </a:prstGeom>
        </p:spPr>
      </p:pic>
    </p:spTree>
  </p:cSld>
  <p:clrMap bg1="lt1" tx1="dk1" bg2="dk2" tx2="lt2" accent1="accent1" accent2="accent2" accent3="accent3" accent4="accent4" accent5="accent5" accent6="accent6" hlink="hlink" folHlink="folHlink"/>
  <p:sldLayoutIdLst>
    <p:sldLayoutId id="2147483665" r:id="rId1"/>
    <p:sldLayoutId id="2147483666" r:id="rId2"/>
    <p:sldLayoutId id="2147483649" r:id="rId3"/>
    <p:sldLayoutId id="2147483670" r:id="rId4"/>
    <p:sldLayoutId id="2147483668" r:id="rId5"/>
    <p:sldLayoutId id="2147483669" r:id="rId6"/>
    <p:sldLayoutId id="2147483651" r:id="rId7"/>
    <p:sldLayoutId id="2147483654" r:id="rId8"/>
    <p:sldLayoutId id="2147483655" r:id="rId9"/>
    <p:sldLayoutId id="2147483656" r:id="rId10"/>
    <p:sldLayoutId id="2147483667" r:id="rId11"/>
    <p:sldLayoutId id="2147483657"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Headings)"/>
          <a:ea typeface="Arial (Headings)"/>
          <a:cs typeface="Arial"/>
          <a:sym typeface="Arial"/>
        </a:defRPr>
      </a:lvl1pPr>
    </p:titleStyle>
    <p:bodyStyle>
      <a:defPPr marR="0" lvl="0" algn="l" rtl="0">
        <a:lnSpc>
          <a:spcPct val="100000"/>
        </a:lnSpc>
        <a:spcBef>
          <a:spcPts val="0"/>
        </a:spcBef>
        <a:spcAft>
          <a:spcPts val="0"/>
        </a:spcAft>
      </a:defPPr>
      <a:lvl1pPr marL="255588" marR="0" lvl="0" indent="-25558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9"/>
        <p:cNvGrpSpPr/>
        <p:nvPr/>
      </p:nvGrpSpPr>
      <p:grpSpPr>
        <a:xfrm>
          <a:off x="0" y="0"/>
          <a:ext cx="0" cy="0"/>
          <a:chOff x="0" y="0"/>
          <a:chExt cx="0" cy="0"/>
        </a:xfrm>
      </p:grpSpPr>
      <p:sp>
        <p:nvSpPr>
          <p:cNvPr id="10" name="Shape 10"/>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11" name="Shape 11"/>
          <p:cNvSpPr txBox="1">
            <a:spLocks noGrp="1"/>
          </p:cNvSpPr>
          <p:nvPr>
            <p:ph type="body" idx="1"/>
          </p:nvPr>
        </p:nvSpPr>
        <p:spPr>
          <a:xfrm>
            <a:off x="457200" y="1600200"/>
            <a:ext cx="8229600" cy="4525963"/>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2" name="Shape 12"/>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200283969"/>
      </p:ext>
    </p:extLst>
  </p:cSld>
  <p:clrMap bg1="lt1" tx1="dk1" bg2="dk2" tx2="lt2" accent1="accent1" accent2="accent2" accent3="accent3" accent4="accent4" accent5="accent5" accent6="accent6" hlink="hlink" folHlink="folHlink"/>
  <p:sldLayoutIdLst>
    <p:sldLayoutId id="2147483664" r:id="rId1"/>
    <p:sldLayoutId id="2147483695" r:id="rId2"/>
    <p:sldLayoutId id="2147483694" r:id="rId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Headings)"/>
          <a:ea typeface="Arial (Headings)"/>
          <a:cs typeface="Arial"/>
          <a:sym typeface="Arial"/>
        </a:defRPr>
      </a:lvl1pPr>
    </p:titleStyle>
    <p:bodyStyle>
      <a:defPPr marR="0" lvl="0" algn="l" rtl="0">
        <a:lnSpc>
          <a:spcPct val="100000"/>
        </a:lnSpc>
        <a:spcBef>
          <a:spcPts val="0"/>
        </a:spcBef>
        <a:spcAft>
          <a:spcPts val="0"/>
        </a:spcAft>
      </a:defPPr>
      <a:lvl1pPr marL="255588" marR="0" lvl="0" indent="-25603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4.xml"/><Relationship Id="rId4"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9948" y="85977"/>
            <a:ext cx="8272252" cy="1144347"/>
          </a:xfrm>
        </p:spPr>
        <p:txBody>
          <a:bodyPr lIns="0" tIns="18000" rIns="0" bIns="18000" anchor="t" anchorCtr="0">
            <a:spAutoFit/>
          </a:bodyPr>
          <a:lstStyle/>
          <a:p>
            <a:r>
              <a:rPr lang="en-US" sz="3600" dirty="0">
                <a:latin typeface="+mj-lt"/>
                <a:cs typeface="Times New Roman" panose="02020603050405020304" pitchFamily="18" charset="0"/>
              </a:rPr>
              <a:t>Practical Research: Planning and Design</a:t>
            </a:r>
            <a:endParaRPr lang="en-US" sz="3600" dirty="0">
              <a:solidFill>
                <a:schemeClr val="tx2"/>
              </a:solidFill>
              <a:latin typeface="+mj-lt"/>
              <a:cs typeface="Times New Roman" panose="02020603050405020304" pitchFamily="18" charset="0"/>
            </a:endParaRPr>
          </a:p>
        </p:txBody>
      </p:sp>
      <p:sp>
        <p:nvSpPr>
          <p:cNvPr id="3" name="Text Placeholder 2"/>
          <p:cNvSpPr>
            <a:spLocks noGrp="1"/>
          </p:cNvSpPr>
          <p:nvPr>
            <p:ph type="body" idx="1"/>
          </p:nvPr>
        </p:nvSpPr>
        <p:spPr>
          <a:xfrm>
            <a:off x="439948" y="1454776"/>
            <a:ext cx="8272252" cy="344128"/>
          </a:xfrm>
        </p:spPr>
        <p:txBody>
          <a:bodyPr wrap="square" lIns="0" tIns="18000" rIns="0" bIns="18000" anchor="t" anchorCtr="0">
            <a:spAutoFit/>
          </a:bodyPr>
          <a:lstStyle/>
          <a:p>
            <a:r>
              <a:rPr lang="en-US" dirty="0">
                <a:latin typeface="Arial" panose="020B0604020202020204" pitchFamily="34" charset="0"/>
                <a:cs typeface="Arial" panose="020B0604020202020204" pitchFamily="34" charset="0"/>
              </a:rPr>
              <a:t>Twelfth Edition</a:t>
            </a:r>
          </a:p>
        </p:txBody>
      </p:sp>
      <p:pic>
        <p:nvPicPr>
          <p:cNvPr id="11" name="Picture Placeholder 10" descr="Front Cover: Practical Research: Planning and Design Twelfth Edition by Leedy and Ormrod.">
            <a:extLst>
              <a:ext uri="{FF2B5EF4-FFF2-40B4-BE49-F238E27FC236}">
                <a16:creationId xmlns:a16="http://schemas.microsoft.com/office/drawing/2014/main" id="{3404E0E7-E186-4457-B728-08F8E7ADD930}"/>
              </a:ext>
            </a:extLst>
          </p:cNvPr>
          <p:cNvPicPr>
            <a:picLocks noGrp="1" noChangeAspect="1"/>
          </p:cNvPicPr>
          <p:nvPr>
            <p:ph type="pic" sz="quarter" idx="14"/>
          </p:nvPr>
        </p:nvPicPr>
        <p:blipFill>
          <a:blip r:embed="rId3"/>
          <a:stretch>
            <a:fillRect/>
          </a:stretch>
        </p:blipFill>
        <p:spPr>
          <a:xfrm>
            <a:off x="441719" y="1885336"/>
            <a:ext cx="3572256" cy="4456176"/>
          </a:xfrm>
          <a:prstGeom prst="rect">
            <a:avLst/>
          </a:prstGeom>
        </p:spPr>
      </p:pic>
      <p:sp>
        <p:nvSpPr>
          <p:cNvPr id="4" name="Text Placeholder 3"/>
          <p:cNvSpPr>
            <a:spLocks noGrp="1"/>
          </p:cNvSpPr>
          <p:nvPr>
            <p:ph type="body" idx="2"/>
          </p:nvPr>
        </p:nvSpPr>
        <p:spPr>
          <a:xfrm>
            <a:off x="4580630" y="2937290"/>
            <a:ext cx="1777038" cy="498016"/>
          </a:xfrm>
        </p:spPr>
        <p:txBody>
          <a:bodyPr wrap="square" lIns="0" tIns="18000" rIns="0" bIns="18000" anchor="t" anchorCtr="0">
            <a:spAutoFit/>
          </a:bodyPr>
          <a:lstStyle/>
          <a:p>
            <a:pPr lvl="0"/>
            <a:r>
              <a:rPr lang="en-US" dirty="0">
                <a:latin typeface="Arial" panose="020B0604020202020204" pitchFamily="34" charset="0"/>
                <a:cs typeface="Arial" panose="020B0604020202020204" pitchFamily="34" charset="0"/>
              </a:rPr>
              <a:t>Chapter 9</a:t>
            </a:r>
          </a:p>
        </p:txBody>
      </p:sp>
      <p:sp>
        <p:nvSpPr>
          <p:cNvPr id="5" name="Text Placeholder 4"/>
          <p:cNvSpPr>
            <a:spLocks noGrp="1"/>
          </p:cNvSpPr>
          <p:nvPr>
            <p:ph type="body" idx="3"/>
          </p:nvPr>
        </p:nvSpPr>
        <p:spPr>
          <a:xfrm>
            <a:off x="4580628" y="3505614"/>
            <a:ext cx="4131571" cy="374906"/>
          </a:xfrm>
        </p:spPr>
        <p:txBody>
          <a:bodyPr wrap="square" lIns="0" tIns="18000" rIns="0" bIns="18000">
            <a:spAutoFit/>
          </a:bodyPr>
          <a:lstStyle/>
          <a:p>
            <a:r>
              <a:rPr lang="en-US" altLang="en-US" dirty="0">
                <a:latin typeface="Arial" panose="020B0604020202020204" pitchFamily="34" charset="0"/>
                <a:cs typeface="Arial" panose="020B0604020202020204" pitchFamily="34" charset="0"/>
              </a:rPr>
              <a:t>Mixed Methods Designs</a:t>
            </a:r>
          </a:p>
        </p:txBody>
      </p:sp>
      <p:pic>
        <p:nvPicPr>
          <p:cNvPr id="13" name="Picture Placeholder 12" descr="Pearson Logo">
            <a:extLst>
              <a:ext uri="{FF2B5EF4-FFF2-40B4-BE49-F238E27FC236}">
                <a16:creationId xmlns:a16="http://schemas.microsoft.com/office/drawing/2014/main" id="{B1452051-097A-4E47-A9C4-A6DFE1F8F6A1}"/>
              </a:ext>
            </a:extLst>
          </p:cNvPr>
          <p:cNvPicPr>
            <a:picLocks noGrp="1" noChangeAspect="1"/>
          </p:cNvPicPr>
          <p:nvPr>
            <p:ph type="pic" sz="quarter" idx="15"/>
          </p:nvPr>
        </p:nvPicPr>
        <p:blipFill>
          <a:blip r:embed="rId4"/>
          <a:stretch>
            <a:fillRect/>
          </a:stretch>
        </p:blipFill>
        <p:spPr>
          <a:xfrm>
            <a:off x="441719" y="6436570"/>
            <a:ext cx="914400" cy="276225"/>
          </a:xfrm>
          <a:prstGeom prst="rect">
            <a:avLst/>
          </a:prstGeom>
        </p:spPr>
      </p:pic>
      <p:sp>
        <p:nvSpPr>
          <p:cNvPr id="6" name="Text Placeholder 5"/>
          <p:cNvSpPr>
            <a:spLocks noGrp="1"/>
          </p:cNvSpPr>
          <p:nvPr>
            <p:ph type="body" idx="13"/>
          </p:nvPr>
        </p:nvSpPr>
        <p:spPr>
          <a:xfrm>
            <a:off x="2772000" y="6451200"/>
            <a:ext cx="5986800" cy="221018"/>
          </a:xfrm>
        </p:spPr>
        <p:txBody>
          <a:bodyPr lIns="0" tIns="18000" rIns="0" bIns="18000" anchor="ctr">
            <a:spAutoFit/>
          </a:bodyPr>
          <a:lstStyle/>
          <a:p>
            <a:pPr algn="r"/>
            <a:r>
              <a:rPr lang="en-US" altLang="en-US" sz="1200" dirty="0">
                <a:solidFill>
                  <a:schemeClr val="tx1"/>
                </a:solidFill>
                <a:latin typeface="Verdana"/>
                <a:ea typeface="Verdana" panose="020B0604030504040204" pitchFamily="34" charset="0"/>
                <a:cs typeface="Verdana" panose="020B0604030504040204" pitchFamily="34" charset="0"/>
              </a:rPr>
              <a:t>Copyright © 2019, 2016, 2013 Pearson Education, Inc. All Rights Reserved</a:t>
            </a:r>
          </a:p>
        </p:txBody>
      </p:sp>
    </p:spTree>
    <p:extLst>
      <p:ext uri="{BB962C8B-B14F-4D97-AF65-F5344CB8AC3E}">
        <p14:creationId xmlns:p14="http://schemas.microsoft.com/office/powerpoint/2010/main" val="13612340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1800" y="301888"/>
            <a:ext cx="8280400" cy="590349"/>
          </a:xfrm>
        </p:spPr>
        <p:txBody>
          <a:bodyPr wrap="square" lIns="0" tIns="18000" rIns="0" bIns="18000" anchor="t" anchorCtr="0">
            <a:spAutoFit/>
          </a:bodyPr>
          <a:lstStyle/>
          <a:p>
            <a:pPr lvl="0">
              <a:spcBef>
                <a:spcPct val="0"/>
              </a:spcBef>
              <a:buClrTx/>
            </a:pPr>
            <a:r>
              <a:rPr lang="en-US" altLang="en-US" sz="3600" kern="1200" dirty="0">
                <a:latin typeface="+mj-lt"/>
                <a:cs typeface="Times New Roman" panose="02020603050405020304" pitchFamily="18" charset="0"/>
              </a:rPr>
              <a:t>Mixed Methods Designs</a:t>
            </a:r>
            <a:r>
              <a:rPr lang="en-US" sz="3600" kern="1200" dirty="0">
                <a:latin typeface="+mj-lt"/>
                <a:ea typeface="+mj-ea"/>
                <a:cs typeface="Times New Roman" panose="02020603050405020304" pitchFamily="18" charset="0"/>
              </a:rPr>
              <a:t> </a:t>
            </a:r>
            <a:r>
              <a:rPr lang="en-US" sz="2800" kern="1200" dirty="0">
                <a:latin typeface="+mj-lt"/>
                <a:ea typeface="+mj-ea"/>
                <a:cs typeface="Times New Roman" panose="02020603050405020304" pitchFamily="18" charset="0"/>
              </a:rPr>
              <a:t>(1 of 3)</a:t>
            </a:r>
          </a:p>
        </p:txBody>
      </p:sp>
      <p:sp>
        <p:nvSpPr>
          <p:cNvPr id="3" name="Text Placeholder 2"/>
          <p:cNvSpPr>
            <a:spLocks noGrp="1"/>
          </p:cNvSpPr>
          <p:nvPr>
            <p:ph type="body" idx="1"/>
          </p:nvPr>
        </p:nvSpPr>
        <p:spPr>
          <a:xfrm>
            <a:off x="431800" y="1274621"/>
            <a:ext cx="8280400" cy="1336708"/>
          </a:xfrm>
        </p:spPr>
        <p:txBody>
          <a:bodyPr wrap="square" lIns="0" tIns="18000" rIns="0" bIns="18000">
            <a:spAutoFit/>
          </a:bodyPr>
          <a:lstStyle/>
          <a:p>
            <a:pPr marL="358775" lvl="0" indent="-358775">
              <a:spcAft>
                <a:spcPct val="0"/>
              </a:spcAft>
              <a:buSzPts val="2400"/>
              <a:tabLst/>
            </a:pPr>
            <a:r>
              <a:rPr lang="en-US" altLang="en-US" sz="2400" kern="1200" dirty="0">
                <a:solidFill>
                  <a:srgbClr val="000000"/>
                </a:solidFill>
                <a:latin typeface="Arial" panose="020B0604020202020204" pitchFamily="34" charset="0"/>
                <a:cs typeface="Arial" panose="020B0604020202020204" pitchFamily="34" charset="0"/>
              </a:rPr>
              <a:t>Integration of quantitative and qualitative data</a:t>
            </a:r>
          </a:p>
          <a:p>
            <a:pPr marL="358775" lvl="0" indent="-358775">
              <a:spcAft>
                <a:spcPct val="0"/>
              </a:spcAft>
              <a:buSzPts val="2400"/>
              <a:tabLst/>
            </a:pPr>
            <a:r>
              <a:rPr lang="en-US" altLang="en-US" sz="2400" kern="1200" dirty="0">
                <a:solidFill>
                  <a:srgbClr val="000000"/>
                </a:solidFill>
                <a:latin typeface="Arial" panose="020B0604020202020204" pitchFamily="34" charset="0"/>
                <a:cs typeface="Arial" panose="020B0604020202020204" pitchFamily="34" charset="0"/>
              </a:rPr>
              <a:t>Most useful when addressing the research problem requires both types of data</a:t>
            </a:r>
          </a:p>
        </p:txBody>
      </p:sp>
    </p:spTree>
    <p:extLst>
      <p:ext uri="{BB962C8B-B14F-4D97-AF65-F5344CB8AC3E}">
        <p14:creationId xmlns:p14="http://schemas.microsoft.com/office/powerpoint/2010/main" val="16397499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1800" y="300435"/>
            <a:ext cx="8255000" cy="590349"/>
          </a:xfrm>
        </p:spPr>
        <p:txBody>
          <a:bodyPr wrap="square" lIns="0" tIns="18000" rIns="0" bIns="18000" anchor="t" anchorCtr="0">
            <a:spAutoFit/>
          </a:bodyPr>
          <a:lstStyle/>
          <a:p>
            <a:pPr lvl="0">
              <a:spcBef>
                <a:spcPct val="0"/>
              </a:spcBef>
              <a:buClrTx/>
            </a:pPr>
            <a:r>
              <a:rPr lang="en-US" altLang="en-US" sz="3600" kern="1200">
                <a:cs typeface="Times New Roman" panose="02020603050405020304" pitchFamily="18" charset="0"/>
              </a:rPr>
              <a:t>Mixed Methods Designs </a:t>
            </a:r>
            <a:r>
              <a:rPr lang="en-US" sz="2800" kern="1200">
                <a:ea typeface="+mj-ea"/>
                <a:cs typeface="Times New Roman" panose="02020603050405020304" pitchFamily="18" charset="0"/>
              </a:rPr>
              <a:t>(2 of 3)</a:t>
            </a:r>
          </a:p>
        </p:txBody>
      </p:sp>
      <p:sp>
        <p:nvSpPr>
          <p:cNvPr id="7" name="Content Placeholder 6">
            <a:extLst>
              <a:ext uri="{FF2B5EF4-FFF2-40B4-BE49-F238E27FC236}">
                <a16:creationId xmlns:a16="http://schemas.microsoft.com/office/drawing/2014/main" id="{6DA04C41-12EA-49CB-ADC3-6A66FD8EF90D}"/>
              </a:ext>
            </a:extLst>
          </p:cNvPr>
          <p:cNvSpPr>
            <a:spLocks noGrp="1"/>
          </p:cNvSpPr>
          <p:nvPr>
            <p:ph sz="quarter" idx="13"/>
          </p:nvPr>
        </p:nvSpPr>
        <p:spPr>
          <a:xfrm>
            <a:off x="457200" y="1278586"/>
            <a:ext cx="8229600" cy="405683"/>
          </a:xfrm>
        </p:spPr>
        <p:txBody>
          <a:bodyPr lIns="0" tIns="18000" rIns="0" bIns="18000">
            <a:spAutoFit/>
          </a:bodyPr>
          <a:lstStyle/>
          <a:p>
            <a:pPr marL="358775" indent="-358775"/>
            <a:r>
              <a:rPr lang="en-US" sz="2400">
                <a:latin typeface="Arial" panose="020B0604020202020204" pitchFamily="34" charset="0"/>
                <a:cs typeface="Arial" panose="020B0604020202020204" pitchFamily="34" charset="0"/>
              </a:rPr>
              <a:t>Mixed Methods Researchers should be well-versed in:</a:t>
            </a:r>
          </a:p>
        </p:txBody>
      </p:sp>
      <p:sp>
        <p:nvSpPr>
          <p:cNvPr id="8" name="Content Placeholder 7">
            <a:extLst>
              <a:ext uri="{FF2B5EF4-FFF2-40B4-BE49-F238E27FC236}">
                <a16:creationId xmlns:a16="http://schemas.microsoft.com/office/drawing/2014/main" id="{6018B8FD-76F9-4195-B75B-B0F6C727B1A3}"/>
              </a:ext>
            </a:extLst>
          </p:cNvPr>
          <p:cNvSpPr>
            <a:spLocks noGrp="1"/>
          </p:cNvSpPr>
          <p:nvPr>
            <p:ph sz="quarter" idx="14"/>
          </p:nvPr>
        </p:nvSpPr>
        <p:spPr>
          <a:xfrm>
            <a:off x="457200" y="1869806"/>
            <a:ext cx="8232775" cy="3391116"/>
          </a:xfrm>
        </p:spPr>
        <p:txBody>
          <a:bodyPr lIns="0" tIns="18000" rIns="0" bIns="18000">
            <a:spAutoFit/>
          </a:bodyPr>
          <a:lstStyle/>
          <a:p>
            <a:pPr marL="441325" indent="-441325">
              <a:buFont typeface="+mj-lt"/>
              <a:buAutoNum type="arabicPeriod"/>
            </a:pPr>
            <a:r>
              <a:rPr lang="en-US" sz="2400">
                <a:latin typeface="Arial" panose="020B0604020202020204" pitchFamily="34" charset="0"/>
                <a:cs typeface="Arial" panose="020B0604020202020204" pitchFamily="34" charset="0"/>
              </a:rPr>
              <a:t>Identifying focused and useful research questions</a:t>
            </a:r>
          </a:p>
          <a:p>
            <a:pPr marL="441325" indent="-441325">
              <a:buFont typeface="+mj-lt"/>
              <a:buAutoNum type="arabicPeriod"/>
            </a:pPr>
            <a:r>
              <a:rPr lang="en-US" sz="2400">
                <a:latin typeface="Arial" panose="020B0604020202020204" pitchFamily="34" charset="0"/>
                <a:cs typeface="Arial" panose="020B0604020202020204" pitchFamily="34" charset="0"/>
              </a:rPr>
              <a:t>Formulating and strategically testing hypotheses</a:t>
            </a:r>
          </a:p>
          <a:p>
            <a:pPr marL="441325" indent="-441325">
              <a:buFont typeface="+mj-lt"/>
              <a:buAutoNum type="arabicPeriod"/>
            </a:pPr>
            <a:r>
              <a:rPr lang="en-US" sz="2400">
                <a:latin typeface="Arial" panose="020B0604020202020204" pitchFamily="34" charset="0"/>
                <a:cs typeface="Arial" panose="020B0604020202020204" pitchFamily="34" charset="0"/>
              </a:rPr>
              <a:t>Choosing one or more samples that enable appropriate inferences about a larger population</a:t>
            </a:r>
          </a:p>
          <a:p>
            <a:pPr marL="441325" indent="-441325">
              <a:buFont typeface="+mj-lt"/>
              <a:buAutoNum type="arabicPeriod"/>
            </a:pPr>
            <a:r>
              <a:rPr lang="en-US" sz="2400">
                <a:latin typeface="Arial" panose="020B0604020202020204" pitchFamily="34" charset="0"/>
                <a:cs typeface="Arial" panose="020B0604020202020204" pitchFamily="34" charset="0"/>
              </a:rPr>
              <a:t>Controlling for confounding variables</a:t>
            </a:r>
          </a:p>
          <a:p>
            <a:pPr marL="441325" indent="-441325">
              <a:buFont typeface="+mj-lt"/>
              <a:buAutoNum type="arabicPeriod"/>
            </a:pPr>
            <a:r>
              <a:rPr lang="en-US" sz="2400">
                <a:latin typeface="Arial" panose="020B0604020202020204" pitchFamily="34" charset="0"/>
                <a:cs typeface="Arial" panose="020B0604020202020204" pitchFamily="34" charset="0"/>
              </a:rPr>
              <a:t>Creating and using assessment instruments that have validity and reliability for their purposes</a:t>
            </a:r>
          </a:p>
        </p:txBody>
      </p:sp>
    </p:spTree>
    <p:extLst>
      <p:ext uri="{BB962C8B-B14F-4D97-AF65-F5344CB8AC3E}">
        <p14:creationId xmlns:p14="http://schemas.microsoft.com/office/powerpoint/2010/main" val="1295394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1800" y="300435"/>
            <a:ext cx="8255000" cy="590349"/>
          </a:xfrm>
        </p:spPr>
        <p:txBody>
          <a:bodyPr wrap="square" lIns="0" tIns="18000" rIns="0" bIns="18000" anchor="t" anchorCtr="0">
            <a:spAutoFit/>
          </a:bodyPr>
          <a:lstStyle/>
          <a:p>
            <a:pPr lvl="0">
              <a:spcBef>
                <a:spcPct val="0"/>
              </a:spcBef>
              <a:buClrTx/>
            </a:pPr>
            <a:r>
              <a:rPr lang="en-US" altLang="en-US" sz="3600" kern="1200" dirty="0">
                <a:cs typeface="Times New Roman" panose="02020603050405020304" pitchFamily="18" charset="0"/>
              </a:rPr>
              <a:t>Mixed Methods Designs </a:t>
            </a:r>
            <a:r>
              <a:rPr lang="en-US" sz="2800" kern="1200" dirty="0">
                <a:ea typeface="+mj-ea"/>
                <a:cs typeface="Times New Roman" panose="02020603050405020304" pitchFamily="18" charset="0"/>
              </a:rPr>
              <a:t>(3 of 3)</a:t>
            </a:r>
          </a:p>
        </p:txBody>
      </p:sp>
      <p:sp>
        <p:nvSpPr>
          <p:cNvPr id="7" name="Content Placeholder 6">
            <a:extLst>
              <a:ext uri="{FF2B5EF4-FFF2-40B4-BE49-F238E27FC236}">
                <a16:creationId xmlns:a16="http://schemas.microsoft.com/office/drawing/2014/main" id="{6DA04C41-12EA-49CB-ADC3-6A66FD8EF90D}"/>
              </a:ext>
            </a:extLst>
          </p:cNvPr>
          <p:cNvSpPr>
            <a:spLocks noGrp="1"/>
          </p:cNvSpPr>
          <p:nvPr>
            <p:ph sz="quarter" idx="13"/>
          </p:nvPr>
        </p:nvSpPr>
        <p:spPr>
          <a:xfrm>
            <a:off x="457200" y="1278586"/>
            <a:ext cx="8229600" cy="405683"/>
          </a:xfrm>
        </p:spPr>
        <p:txBody>
          <a:bodyPr lIns="0" tIns="18000" rIns="0" bIns="18000">
            <a:spAutoFit/>
          </a:bodyPr>
          <a:lstStyle/>
          <a:p>
            <a:pPr marL="358775" indent="-358775"/>
            <a:r>
              <a:rPr lang="en-US" sz="2400" dirty="0">
                <a:latin typeface="Arial" panose="020B0604020202020204" pitchFamily="34" charset="0"/>
                <a:cs typeface="Arial" panose="020B0604020202020204" pitchFamily="34" charset="0"/>
              </a:rPr>
              <a:t>Mixed Methods Researchers should be well-versed in:</a:t>
            </a:r>
            <a:endParaRPr lang="en-IN" sz="2400" dirty="0">
              <a:latin typeface="Arial" panose="020B0604020202020204" pitchFamily="34" charset="0"/>
              <a:cs typeface="Arial" panose="020B0604020202020204" pitchFamily="34" charset="0"/>
            </a:endParaRPr>
          </a:p>
        </p:txBody>
      </p:sp>
      <p:sp>
        <p:nvSpPr>
          <p:cNvPr id="8" name="Content Placeholder 7">
            <a:extLst>
              <a:ext uri="{FF2B5EF4-FFF2-40B4-BE49-F238E27FC236}">
                <a16:creationId xmlns:a16="http://schemas.microsoft.com/office/drawing/2014/main" id="{6018B8FD-76F9-4195-B75B-B0F6C727B1A3}"/>
              </a:ext>
            </a:extLst>
          </p:cNvPr>
          <p:cNvSpPr>
            <a:spLocks noGrp="1"/>
          </p:cNvSpPr>
          <p:nvPr>
            <p:ph sz="quarter" idx="14"/>
          </p:nvPr>
        </p:nvSpPr>
        <p:spPr>
          <a:xfrm>
            <a:off x="457200" y="1869806"/>
            <a:ext cx="8232775" cy="3198756"/>
          </a:xfrm>
        </p:spPr>
        <p:txBody>
          <a:bodyPr lIns="0" tIns="18000" rIns="0" bIns="18000">
            <a:spAutoFit/>
          </a:bodyPr>
          <a:lstStyle/>
          <a:p>
            <a:pPr marL="457632" indent="-457200">
              <a:buFont typeface="+mj-lt"/>
              <a:buAutoNum type="arabicPeriod" startAt="5"/>
            </a:pPr>
            <a:r>
              <a:rPr lang="en-US" sz="2400" dirty="0">
                <a:latin typeface="Arial" panose="020B0604020202020204" pitchFamily="34" charset="0"/>
                <a:cs typeface="Arial" panose="020B0604020202020204" pitchFamily="34" charset="0"/>
              </a:rPr>
              <a:t>Conducting structured, </a:t>
            </a:r>
            <a:r>
              <a:rPr lang="en-US" sz="2400" dirty="0" err="1">
                <a:latin typeface="Arial" panose="020B0604020202020204" pitchFamily="34" charset="0"/>
                <a:cs typeface="Arial" panose="020B0604020202020204" pitchFamily="34" charset="0"/>
              </a:rPr>
              <a:t>semistructured</a:t>
            </a:r>
            <a:r>
              <a:rPr lang="en-US" sz="2400" dirty="0">
                <a:latin typeface="Arial" panose="020B0604020202020204" pitchFamily="34" charset="0"/>
                <a:cs typeface="Arial" panose="020B0604020202020204" pitchFamily="34" charset="0"/>
              </a:rPr>
              <a:t>, and open-ended interviews</a:t>
            </a:r>
          </a:p>
          <a:p>
            <a:pPr marL="457632" indent="-457200">
              <a:buFont typeface="+mj-lt"/>
              <a:buAutoNum type="arabicPeriod" startAt="5"/>
            </a:pPr>
            <a:r>
              <a:rPr lang="en-US" sz="2400" dirty="0">
                <a:latin typeface="Arial" panose="020B0604020202020204" pitchFamily="34" charset="0"/>
                <a:cs typeface="Arial" panose="020B0604020202020204" pitchFamily="34" charset="0"/>
              </a:rPr>
              <a:t>Analyzing qualitative data</a:t>
            </a:r>
          </a:p>
          <a:p>
            <a:pPr marL="457632" indent="-457200">
              <a:buFont typeface="+mj-lt"/>
              <a:buAutoNum type="arabicPeriod" startAt="5"/>
            </a:pPr>
            <a:r>
              <a:rPr lang="en-US" sz="2400" dirty="0">
                <a:latin typeface="Arial" panose="020B0604020202020204" pitchFamily="34" charset="0"/>
                <a:cs typeface="Arial" panose="020B0604020202020204" pitchFamily="34" charset="0"/>
              </a:rPr>
              <a:t>Calculating and drawing inferences from descriptive and inferential statistics</a:t>
            </a:r>
          </a:p>
          <a:p>
            <a:pPr marL="457632" indent="-457200">
              <a:buFont typeface="+mj-lt"/>
              <a:buAutoNum type="arabicPeriod" startAt="5"/>
            </a:pPr>
            <a:r>
              <a:rPr lang="en-US" sz="2400" dirty="0">
                <a:latin typeface="Arial" panose="020B0604020202020204" pitchFamily="34" charset="0"/>
                <a:cs typeface="Arial" panose="020B0604020202020204" pitchFamily="34" charset="0"/>
              </a:rPr>
              <a:t>Drawing and persuasively arguing for reasonable conclusions from qualitative data</a:t>
            </a:r>
            <a:endParaRPr lang="en-IN"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912256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35711"/>
            <a:ext cx="8229600" cy="1144347"/>
          </a:xfrm>
        </p:spPr>
        <p:txBody>
          <a:bodyPr lIns="0" tIns="18000" rIns="0" bIns="18000">
            <a:spAutoFit/>
          </a:bodyPr>
          <a:lstStyle/>
          <a:p>
            <a:pPr lvl="0">
              <a:spcBef>
                <a:spcPct val="0"/>
              </a:spcBef>
              <a:buClrTx/>
            </a:pPr>
            <a:r>
              <a:rPr lang="en-US" sz="3600" kern="1200" dirty="0">
                <a:latin typeface="+mj-lt"/>
                <a:cs typeface="Times New Roman" panose="02020603050405020304" pitchFamily="18" charset="0"/>
              </a:rPr>
              <a:t>When Mixed-Methods Designs are Most Useful and Appropriate</a:t>
            </a:r>
            <a:endParaRPr lang="en-US" sz="3600" kern="1200" dirty="0">
              <a:latin typeface="+mj-lt"/>
              <a:ea typeface="+mj-ea"/>
              <a:cs typeface="Times New Roman" panose="02020603050405020304" pitchFamily="18" charset="0"/>
            </a:endParaRPr>
          </a:p>
        </p:txBody>
      </p:sp>
      <p:sp>
        <p:nvSpPr>
          <p:cNvPr id="3" name="Text Placeholder 2"/>
          <p:cNvSpPr>
            <a:spLocks noGrp="1"/>
          </p:cNvSpPr>
          <p:nvPr>
            <p:ph type="body" idx="1"/>
          </p:nvPr>
        </p:nvSpPr>
        <p:spPr>
          <a:xfrm>
            <a:off x="457200" y="1970689"/>
            <a:ext cx="8229600" cy="3452671"/>
          </a:xfrm>
        </p:spPr>
        <p:txBody>
          <a:bodyPr wrap="square" lIns="0" tIns="18000" rIns="0" bIns="18000">
            <a:spAutoFit/>
          </a:bodyPr>
          <a:lstStyle/>
          <a:p>
            <a:pPr marL="358775" lvl="0" indent="-358775">
              <a:spcBef>
                <a:spcPts val="600"/>
              </a:spcBef>
              <a:spcAft>
                <a:spcPct val="0"/>
              </a:spcAft>
              <a:buSzPts val="2400"/>
              <a:tabLst/>
            </a:pPr>
            <a:r>
              <a:rPr lang="en-US" sz="2400" kern="1200" dirty="0">
                <a:solidFill>
                  <a:srgbClr val="000000"/>
                </a:solidFill>
                <a:latin typeface="Arial" panose="020B0604020202020204" pitchFamily="34" charset="0"/>
                <a:cs typeface="Arial" panose="020B0604020202020204" pitchFamily="34" charset="0"/>
              </a:rPr>
              <a:t>Several good reasons for mixed methods research:</a:t>
            </a:r>
          </a:p>
          <a:p>
            <a:pPr marL="741363" lvl="1" indent="-382588">
              <a:spcAft>
                <a:spcPct val="0"/>
              </a:spcAft>
              <a:buSzPts val="2400"/>
            </a:pPr>
            <a:r>
              <a:rPr lang="en-US" sz="2400" kern="1200" dirty="0">
                <a:solidFill>
                  <a:srgbClr val="000000"/>
                </a:solidFill>
                <a:latin typeface="Arial" panose="020B0604020202020204" pitchFamily="34" charset="0"/>
                <a:cs typeface="Arial" panose="020B0604020202020204" pitchFamily="34" charset="0"/>
              </a:rPr>
              <a:t>Completeness</a:t>
            </a:r>
          </a:p>
          <a:p>
            <a:pPr marL="741363" lvl="1" indent="-382588">
              <a:spcAft>
                <a:spcPct val="0"/>
              </a:spcAft>
              <a:buSzPts val="2400"/>
            </a:pPr>
            <a:r>
              <a:rPr lang="en-US" sz="2400" kern="1200" dirty="0">
                <a:solidFill>
                  <a:srgbClr val="000000"/>
                </a:solidFill>
                <a:latin typeface="Arial" panose="020B0604020202020204" pitchFamily="34" charset="0"/>
                <a:cs typeface="Arial" panose="020B0604020202020204" pitchFamily="34" charset="0"/>
              </a:rPr>
              <a:t>Complementarity</a:t>
            </a:r>
          </a:p>
          <a:p>
            <a:pPr marL="741363" lvl="1" indent="-382588">
              <a:spcAft>
                <a:spcPct val="0"/>
              </a:spcAft>
              <a:buSzPts val="2400"/>
            </a:pPr>
            <a:r>
              <a:rPr lang="en-US" sz="2400" kern="1200" dirty="0">
                <a:solidFill>
                  <a:srgbClr val="000000"/>
                </a:solidFill>
                <a:latin typeface="Arial" panose="020B0604020202020204" pitchFamily="34" charset="0"/>
                <a:cs typeface="Arial" panose="020B0604020202020204" pitchFamily="34" charset="0"/>
              </a:rPr>
              <a:t>Hypothesis generation and testing</a:t>
            </a:r>
          </a:p>
          <a:p>
            <a:pPr marL="741363" lvl="1" indent="-382588">
              <a:spcAft>
                <a:spcPct val="0"/>
              </a:spcAft>
              <a:buSzPts val="2400"/>
            </a:pPr>
            <a:r>
              <a:rPr lang="en-US" sz="2400" kern="1200" dirty="0">
                <a:solidFill>
                  <a:srgbClr val="000000"/>
                </a:solidFill>
                <a:latin typeface="Arial" panose="020B0604020202020204" pitchFamily="34" charset="0"/>
                <a:cs typeface="Arial" panose="020B0604020202020204" pitchFamily="34" charset="0"/>
              </a:rPr>
              <a:t>Development of appropriate research tools and strategies</a:t>
            </a:r>
          </a:p>
          <a:p>
            <a:pPr marL="741363" lvl="1" indent="-382588">
              <a:spcAft>
                <a:spcPct val="0"/>
              </a:spcAft>
              <a:buSzPts val="2400"/>
            </a:pPr>
            <a:r>
              <a:rPr lang="en-US" sz="2400" kern="1200" dirty="0">
                <a:solidFill>
                  <a:srgbClr val="000000"/>
                </a:solidFill>
                <a:latin typeface="Arial" panose="020B0604020202020204" pitchFamily="34" charset="0"/>
                <a:cs typeface="Arial" panose="020B0604020202020204" pitchFamily="34" charset="0"/>
              </a:rPr>
              <a:t>Resolution of puzzling findings</a:t>
            </a:r>
          </a:p>
          <a:p>
            <a:pPr marL="741363" lvl="1" indent="-382588">
              <a:spcAft>
                <a:spcPct val="0"/>
              </a:spcAft>
              <a:buSzPts val="2400"/>
            </a:pPr>
            <a:r>
              <a:rPr lang="en-US" sz="2400" kern="1200" dirty="0">
                <a:solidFill>
                  <a:srgbClr val="000000"/>
                </a:solidFill>
                <a:latin typeface="Arial" panose="020B0604020202020204" pitchFamily="34" charset="0"/>
                <a:cs typeface="Arial" panose="020B0604020202020204" pitchFamily="34" charset="0"/>
              </a:rPr>
              <a:t>Triangulation</a:t>
            </a:r>
          </a:p>
        </p:txBody>
      </p:sp>
    </p:spTree>
    <p:extLst>
      <p:ext uri="{BB962C8B-B14F-4D97-AF65-F5344CB8AC3E}">
        <p14:creationId xmlns:p14="http://schemas.microsoft.com/office/powerpoint/2010/main" val="17371265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0871" y="303062"/>
            <a:ext cx="8229600" cy="1144347"/>
          </a:xfrm>
        </p:spPr>
        <p:txBody>
          <a:bodyPr lIns="0" tIns="18000" rIns="0" bIns="18000">
            <a:spAutoFit/>
          </a:bodyPr>
          <a:lstStyle/>
          <a:p>
            <a:pPr lvl="0">
              <a:spcBef>
                <a:spcPct val="0"/>
              </a:spcBef>
              <a:buClrTx/>
            </a:pPr>
            <a:r>
              <a:rPr lang="en-US" altLang="en-US" sz="3600" kern="1200" dirty="0">
                <a:latin typeface="+mj-lt"/>
                <a:cs typeface="Times New Roman" panose="02020603050405020304" pitchFamily="18" charset="0"/>
              </a:rPr>
              <a:t>General Categories of Mixed-Methods Research </a:t>
            </a:r>
            <a:r>
              <a:rPr lang="en-US" altLang="en-US" sz="2800" kern="1200" dirty="0">
                <a:latin typeface="+mj-lt"/>
                <a:cs typeface="Times New Roman" panose="02020603050405020304" pitchFamily="18" charset="0"/>
              </a:rPr>
              <a:t>(1 of 4)</a:t>
            </a:r>
            <a:endParaRPr lang="en-US" sz="2800" kern="1200" dirty="0">
              <a:latin typeface="+mj-lt"/>
              <a:ea typeface="+mj-ea"/>
              <a:cs typeface="Times New Roman" panose="02020603050405020304" pitchFamily="18" charset="0"/>
            </a:endParaRPr>
          </a:p>
        </p:txBody>
      </p:sp>
      <p:sp>
        <p:nvSpPr>
          <p:cNvPr id="3" name="Text Placeholder 2"/>
          <p:cNvSpPr>
            <a:spLocks noGrp="1"/>
          </p:cNvSpPr>
          <p:nvPr>
            <p:ph type="body" idx="1"/>
          </p:nvPr>
        </p:nvSpPr>
        <p:spPr>
          <a:xfrm>
            <a:off x="457200" y="1742095"/>
            <a:ext cx="8229600" cy="2483175"/>
          </a:xfrm>
        </p:spPr>
        <p:txBody>
          <a:bodyPr wrap="square" lIns="0" tIns="18000" rIns="0" bIns="18000">
            <a:spAutoFit/>
          </a:bodyPr>
          <a:lstStyle/>
          <a:p>
            <a:pPr marL="358775" lvl="0" indent="-358775">
              <a:spcAft>
                <a:spcPct val="0"/>
              </a:spcAft>
              <a:buSzPts val="2400"/>
              <a:tabLst/>
            </a:pPr>
            <a:r>
              <a:rPr lang="en-US" altLang="en-US" sz="2400" kern="1200" dirty="0">
                <a:solidFill>
                  <a:srgbClr val="000000"/>
                </a:solidFill>
                <a:latin typeface="Arial" panose="020B0604020202020204" pitchFamily="34" charset="0"/>
                <a:cs typeface="Arial" panose="020B0604020202020204" pitchFamily="34" charset="0"/>
              </a:rPr>
              <a:t>Convergent designs</a:t>
            </a:r>
          </a:p>
          <a:p>
            <a:pPr marL="741363" lvl="1" indent="-382588">
              <a:spcAft>
                <a:spcPct val="0"/>
              </a:spcAft>
              <a:buSzPts val="2400"/>
            </a:pPr>
            <a:r>
              <a:rPr lang="en-US" altLang="en-US" sz="2400" kern="1200" dirty="0">
                <a:solidFill>
                  <a:srgbClr val="000000"/>
                </a:solidFill>
                <a:latin typeface="Arial" panose="020B0604020202020204" pitchFamily="34" charset="0"/>
                <a:cs typeface="Arial" panose="020B0604020202020204" pitchFamily="34" charset="0"/>
              </a:rPr>
              <a:t>Qualitative and quantitative data collected together, equally weighted</a:t>
            </a:r>
          </a:p>
          <a:p>
            <a:pPr marL="741363" lvl="1" indent="-382588">
              <a:spcAft>
                <a:spcPct val="0"/>
              </a:spcAft>
              <a:buSzPts val="2400"/>
            </a:pPr>
            <a:r>
              <a:rPr lang="en-US" altLang="en-US" sz="2400" kern="1200" dirty="0">
                <a:solidFill>
                  <a:srgbClr val="000000"/>
                </a:solidFill>
                <a:latin typeface="Arial" panose="020B0604020202020204" pitchFamily="34" charset="0"/>
                <a:cs typeface="Arial" panose="020B0604020202020204" pitchFamily="34" charset="0"/>
              </a:rPr>
              <a:t>Often take a </a:t>
            </a:r>
            <a:r>
              <a:rPr lang="en-US" altLang="en-US" sz="2400" kern="1200" spc="-300" dirty="0">
                <a:solidFill>
                  <a:srgbClr val="000000"/>
                </a:solidFill>
                <a:latin typeface="Arial" panose="020B0604020202020204" pitchFamily="34" charset="0"/>
                <a:cs typeface="Arial" panose="020B0604020202020204" pitchFamily="34" charset="0"/>
              </a:rPr>
              <a:t>Q U A </a:t>
            </a:r>
            <a:r>
              <a:rPr lang="en-US" altLang="en-US" sz="2400" kern="1200" dirty="0">
                <a:solidFill>
                  <a:srgbClr val="000000"/>
                </a:solidFill>
                <a:latin typeface="Arial" panose="020B0604020202020204" pitchFamily="34" charset="0"/>
                <a:cs typeface="Arial" panose="020B0604020202020204" pitchFamily="34" charset="0"/>
              </a:rPr>
              <a:t>N</a:t>
            </a:r>
            <a:r>
              <a:rPr lang="en-US" altLang="en-US" sz="100" kern="1200" dirty="0">
                <a:solidFill>
                  <a:schemeClr val="bg1"/>
                </a:solidFill>
                <a:latin typeface="Arial" panose="020B0604020202020204" pitchFamily="34" charset="0"/>
                <a:cs typeface="Arial" panose="020B0604020202020204" pitchFamily="34" charset="0"/>
              </a:rPr>
              <a:t>TITATIVE</a:t>
            </a:r>
            <a:r>
              <a:rPr lang="en-US" altLang="en-US" sz="2400" kern="1200" dirty="0">
                <a:solidFill>
                  <a:srgbClr val="000000"/>
                </a:solidFill>
                <a:latin typeface="Arial" panose="020B0604020202020204" pitchFamily="34" charset="0"/>
                <a:cs typeface="Arial" panose="020B0604020202020204" pitchFamily="34" charset="0"/>
              </a:rPr>
              <a:t> + </a:t>
            </a:r>
            <a:r>
              <a:rPr lang="en-US" altLang="en-US" sz="2400" kern="1200" spc="-300" dirty="0">
                <a:solidFill>
                  <a:srgbClr val="000000"/>
                </a:solidFill>
                <a:latin typeface="Arial" panose="020B0604020202020204" pitchFamily="34" charset="0"/>
                <a:cs typeface="Arial" panose="020B0604020202020204" pitchFamily="34" charset="0"/>
              </a:rPr>
              <a:t>Q U A </a:t>
            </a:r>
            <a:r>
              <a:rPr lang="en-US" altLang="en-US" sz="2400" kern="1200" dirty="0">
                <a:solidFill>
                  <a:srgbClr val="000000"/>
                </a:solidFill>
                <a:latin typeface="Arial" panose="020B0604020202020204" pitchFamily="34" charset="0"/>
                <a:cs typeface="Arial" panose="020B0604020202020204" pitchFamily="34" charset="0"/>
              </a:rPr>
              <a:t>L</a:t>
            </a:r>
            <a:r>
              <a:rPr lang="en-US" altLang="en-US" sz="100" kern="1200" dirty="0">
                <a:solidFill>
                  <a:schemeClr val="bg1"/>
                </a:solidFill>
                <a:latin typeface="Arial" panose="020B0604020202020204" pitchFamily="34" charset="0"/>
                <a:cs typeface="Arial" panose="020B0604020202020204" pitchFamily="34" charset="0"/>
              </a:rPr>
              <a:t>ITATIVE</a:t>
            </a:r>
            <a:r>
              <a:rPr lang="en-US" altLang="en-US" sz="2400" kern="1200" dirty="0">
                <a:solidFill>
                  <a:srgbClr val="000000"/>
                </a:solidFill>
                <a:latin typeface="Arial" panose="020B0604020202020204" pitchFamily="34" charset="0"/>
                <a:cs typeface="Arial" panose="020B0604020202020204" pitchFamily="34" charset="0"/>
              </a:rPr>
              <a:t> form</a:t>
            </a:r>
          </a:p>
          <a:p>
            <a:pPr marL="741363" lvl="1" indent="-382588">
              <a:spcAft>
                <a:spcPct val="0"/>
              </a:spcAft>
              <a:buSzPts val="2400"/>
            </a:pPr>
            <a:r>
              <a:rPr lang="en-US" altLang="en-US" sz="2400" kern="1200" dirty="0">
                <a:solidFill>
                  <a:srgbClr val="000000"/>
                </a:solidFill>
                <a:latin typeface="Arial" panose="020B0604020202020204" pitchFamily="34" charset="0"/>
                <a:cs typeface="Arial" panose="020B0604020202020204" pitchFamily="34" charset="0"/>
              </a:rPr>
              <a:t>Can also take an approach that more heavily favors either quant</a:t>
            </a:r>
            <a:r>
              <a:rPr lang="en-US" altLang="en-US" sz="100" kern="1200" dirty="0">
                <a:solidFill>
                  <a:schemeClr val="bg1"/>
                </a:solidFill>
                <a:latin typeface="Arial" panose="020B0604020202020204" pitchFamily="34" charset="0"/>
                <a:cs typeface="Arial" panose="020B0604020202020204" pitchFamily="34" charset="0"/>
              </a:rPr>
              <a:t>itative</a:t>
            </a:r>
            <a:r>
              <a:rPr lang="en-US" altLang="en-US" sz="2400" kern="1200" dirty="0">
                <a:solidFill>
                  <a:srgbClr val="000000"/>
                </a:solidFill>
                <a:latin typeface="Arial" panose="020B0604020202020204" pitchFamily="34" charset="0"/>
                <a:cs typeface="Arial" panose="020B0604020202020204" pitchFamily="34" charset="0"/>
              </a:rPr>
              <a:t> or qual</a:t>
            </a:r>
            <a:r>
              <a:rPr lang="en-US" altLang="en-US" sz="100" kern="1200" dirty="0">
                <a:solidFill>
                  <a:schemeClr val="bg1"/>
                </a:solidFill>
                <a:latin typeface="Arial" panose="020B0604020202020204" pitchFamily="34" charset="0"/>
                <a:cs typeface="Arial" panose="020B0604020202020204" pitchFamily="34" charset="0"/>
              </a:rPr>
              <a:t>itative</a:t>
            </a:r>
          </a:p>
        </p:txBody>
      </p:sp>
    </p:spTree>
    <p:extLst>
      <p:ext uri="{BB962C8B-B14F-4D97-AF65-F5344CB8AC3E}">
        <p14:creationId xmlns:p14="http://schemas.microsoft.com/office/powerpoint/2010/main" val="41482023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0871" y="303062"/>
            <a:ext cx="8229600" cy="1144347"/>
          </a:xfrm>
        </p:spPr>
        <p:txBody>
          <a:bodyPr lIns="0" tIns="18000" rIns="0" bIns="18000">
            <a:spAutoFit/>
          </a:bodyPr>
          <a:lstStyle/>
          <a:p>
            <a:pPr lvl="0">
              <a:spcBef>
                <a:spcPct val="0"/>
              </a:spcBef>
              <a:buClrTx/>
            </a:pPr>
            <a:r>
              <a:rPr lang="en-US" altLang="en-US" sz="3600" kern="1200" dirty="0">
                <a:latin typeface="+mj-lt"/>
                <a:cs typeface="Times New Roman" panose="02020603050405020304" pitchFamily="18" charset="0"/>
              </a:rPr>
              <a:t>General Categories of Mixed-Methods Research </a:t>
            </a:r>
            <a:r>
              <a:rPr lang="en-US" altLang="en-US" sz="2800" kern="1200" dirty="0">
                <a:latin typeface="+mj-lt"/>
                <a:cs typeface="Times New Roman" panose="02020603050405020304" pitchFamily="18" charset="0"/>
              </a:rPr>
              <a:t>(2 of 4)</a:t>
            </a:r>
            <a:endParaRPr lang="en-US" sz="2800" kern="1200" dirty="0">
              <a:latin typeface="+mj-lt"/>
              <a:ea typeface="+mj-ea"/>
              <a:cs typeface="Times New Roman" panose="02020603050405020304" pitchFamily="18" charset="0"/>
            </a:endParaRPr>
          </a:p>
        </p:txBody>
      </p:sp>
      <p:sp>
        <p:nvSpPr>
          <p:cNvPr id="3" name="Text Placeholder 2"/>
          <p:cNvSpPr>
            <a:spLocks noGrp="1"/>
          </p:cNvSpPr>
          <p:nvPr>
            <p:ph type="body" idx="1"/>
          </p:nvPr>
        </p:nvSpPr>
        <p:spPr>
          <a:xfrm>
            <a:off x="457200" y="1742095"/>
            <a:ext cx="8229600" cy="3491143"/>
          </a:xfrm>
        </p:spPr>
        <p:txBody>
          <a:bodyPr wrap="square" lIns="0" tIns="18000" rIns="0" bIns="18000">
            <a:spAutoFit/>
          </a:bodyPr>
          <a:lstStyle/>
          <a:p>
            <a:pPr marL="358775" lvl="0" indent="-358775">
              <a:spcAft>
                <a:spcPct val="0"/>
              </a:spcAft>
              <a:buSzPts val="2400"/>
              <a:tabLst>
                <a:tab pos="358775" algn="l"/>
              </a:tabLst>
            </a:pPr>
            <a:r>
              <a:rPr lang="en-US" altLang="en-US" sz="2400" kern="1200" dirty="0">
                <a:solidFill>
                  <a:srgbClr val="000000"/>
                </a:solidFill>
                <a:latin typeface="Arial" panose="020B0604020202020204" pitchFamily="34" charset="0"/>
                <a:cs typeface="Arial" panose="020B0604020202020204" pitchFamily="34" charset="0"/>
              </a:rPr>
              <a:t>Exploratory sequential designs</a:t>
            </a:r>
          </a:p>
          <a:p>
            <a:pPr marL="741363" lvl="1" indent="-382588">
              <a:spcAft>
                <a:spcPct val="0"/>
              </a:spcAft>
              <a:buSzPts val="2400"/>
            </a:pPr>
            <a:r>
              <a:rPr lang="en-US" altLang="en-US" sz="2400" kern="1200" dirty="0">
                <a:solidFill>
                  <a:srgbClr val="000000"/>
                </a:solidFill>
                <a:latin typeface="Arial" panose="020B0604020202020204" pitchFamily="34" charset="0"/>
                <a:cs typeface="Arial" panose="020B0604020202020204" pitchFamily="34" charset="0"/>
              </a:rPr>
              <a:t>Qualitative phase to get a general sense of the phenomenon first</a:t>
            </a:r>
          </a:p>
          <a:p>
            <a:pPr marL="741363" lvl="1" indent="-382588">
              <a:spcAft>
                <a:spcPct val="0"/>
              </a:spcAft>
              <a:buSzPts val="2400"/>
            </a:pPr>
            <a:r>
              <a:rPr lang="en-US" altLang="en-US" sz="2400" kern="1200" dirty="0">
                <a:solidFill>
                  <a:srgbClr val="000000"/>
                </a:solidFill>
                <a:latin typeface="Arial" panose="020B0604020202020204" pitchFamily="34" charset="0"/>
                <a:cs typeface="Arial" panose="020B0604020202020204" pitchFamily="34" charset="0"/>
              </a:rPr>
              <a:t>More systematic, quantitative phase based on qualitative data</a:t>
            </a:r>
          </a:p>
          <a:p>
            <a:pPr marL="358775" lvl="0" indent="-358775">
              <a:spcAft>
                <a:spcPct val="0"/>
              </a:spcAft>
              <a:buSzPts val="2400"/>
              <a:tabLst>
                <a:tab pos="358775" algn="l"/>
              </a:tabLst>
            </a:pPr>
            <a:r>
              <a:rPr lang="en-US" altLang="en-US" sz="2400" kern="1200" dirty="0">
                <a:solidFill>
                  <a:srgbClr val="000000"/>
                </a:solidFill>
                <a:latin typeface="Arial" panose="020B0604020202020204" pitchFamily="34" charset="0"/>
                <a:cs typeface="Arial" panose="020B0604020202020204" pitchFamily="34" charset="0"/>
              </a:rPr>
              <a:t>Explanatory sequential designs</a:t>
            </a:r>
          </a:p>
          <a:p>
            <a:pPr marL="741363" lvl="1" indent="-382588">
              <a:spcAft>
                <a:spcPct val="0"/>
              </a:spcAft>
              <a:buSzPts val="2400"/>
            </a:pPr>
            <a:r>
              <a:rPr lang="en-US" altLang="en-US" sz="2400" kern="1200" dirty="0">
                <a:solidFill>
                  <a:srgbClr val="000000"/>
                </a:solidFill>
                <a:latin typeface="Arial" panose="020B0604020202020204" pitchFamily="34" charset="0"/>
                <a:cs typeface="Arial" panose="020B0604020202020204" pitchFamily="34" charset="0"/>
              </a:rPr>
              <a:t>Quantitative phase first</a:t>
            </a:r>
          </a:p>
          <a:p>
            <a:pPr marL="741363" lvl="1" indent="-382588">
              <a:spcAft>
                <a:spcPct val="0"/>
              </a:spcAft>
              <a:buSzPts val="2400"/>
            </a:pPr>
            <a:r>
              <a:rPr lang="en-US" altLang="en-US" sz="2400" kern="1200" dirty="0">
                <a:solidFill>
                  <a:srgbClr val="000000"/>
                </a:solidFill>
                <a:latin typeface="Arial" panose="020B0604020202020204" pitchFamily="34" charset="0"/>
                <a:cs typeface="Arial" panose="020B0604020202020204" pitchFamily="34" charset="0"/>
              </a:rPr>
              <a:t>Qualitative phase for exploration of quantitative results</a:t>
            </a:r>
          </a:p>
        </p:txBody>
      </p:sp>
    </p:spTree>
    <p:extLst>
      <p:ext uri="{BB962C8B-B14F-4D97-AF65-F5344CB8AC3E}">
        <p14:creationId xmlns:p14="http://schemas.microsoft.com/office/powerpoint/2010/main" val="17045599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0871" y="303062"/>
            <a:ext cx="8229600" cy="1144347"/>
          </a:xfrm>
        </p:spPr>
        <p:txBody>
          <a:bodyPr lIns="0" tIns="18000" rIns="0" bIns="18000">
            <a:spAutoFit/>
          </a:bodyPr>
          <a:lstStyle/>
          <a:p>
            <a:pPr lvl="0">
              <a:spcBef>
                <a:spcPct val="0"/>
              </a:spcBef>
              <a:buClrTx/>
            </a:pPr>
            <a:r>
              <a:rPr lang="en-US" altLang="en-US" sz="3600" kern="1200" dirty="0">
                <a:latin typeface="+mj-lt"/>
                <a:cs typeface="Times New Roman" panose="02020603050405020304" pitchFamily="18" charset="0"/>
              </a:rPr>
              <a:t>General Categories of Mixed-Methods Research </a:t>
            </a:r>
            <a:r>
              <a:rPr lang="en-US" altLang="en-US" sz="2800" kern="1200" dirty="0">
                <a:latin typeface="+mj-lt"/>
                <a:cs typeface="Times New Roman" panose="02020603050405020304" pitchFamily="18" charset="0"/>
              </a:rPr>
              <a:t>(3 of 4)</a:t>
            </a:r>
            <a:endParaRPr lang="en-US" sz="2800" kern="1200" dirty="0">
              <a:latin typeface="+mj-lt"/>
              <a:ea typeface="+mj-ea"/>
              <a:cs typeface="Times New Roman" panose="02020603050405020304" pitchFamily="18" charset="0"/>
            </a:endParaRPr>
          </a:p>
        </p:txBody>
      </p:sp>
      <p:sp>
        <p:nvSpPr>
          <p:cNvPr id="3" name="Text Placeholder 2"/>
          <p:cNvSpPr>
            <a:spLocks noGrp="1"/>
          </p:cNvSpPr>
          <p:nvPr>
            <p:ph type="body" idx="1"/>
          </p:nvPr>
        </p:nvSpPr>
        <p:spPr>
          <a:xfrm>
            <a:off x="457200" y="1742095"/>
            <a:ext cx="8229600" cy="3144895"/>
          </a:xfrm>
        </p:spPr>
        <p:txBody>
          <a:bodyPr wrap="square" lIns="0" tIns="18000" rIns="0" bIns="18000">
            <a:spAutoFit/>
          </a:bodyPr>
          <a:lstStyle/>
          <a:p>
            <a:pPr marL="358775" lvl="0" indent="-358775">
              <a:spcAft>
                <a:spcPct val="0"/>
              </a:spcAft>
              <a:buSzPts val="2400"/>
              <a:tabLst/>
            </a:pPr>
            <a:r>
              <a:rPr lang="en-US" altLang="en-US" sz="2400" kern="1200" dirty="0">
                <a:solidFill>
                  <a:srgbClr val="000000"/>
                </a:solidFill>
                <a:latin typeface="Arial" panose="020B0604020202020204" pitchFamily="34" charset="0"/>
                <a:cs typeface="Arial" panose="020B0604020202020204" pitchFamily="34" charset="0"/>
              </a:rPr>
              <a:t>Longitudinal Mixed-Methods Designs</a:t>
            </a:r>
          </a:p>
          <a:p>
            <a:pPr marL="741363" lvl="1" indent="-382588">
              <a:spcAft>
                <a:spcPct val="0"/>
              </a:spcAft>
              <a:buSzPts val="2400"/>
            </a:pPr>
            <a:r>
              <a:rPr lang="en-US" altLang="en-US" sz="2400" kern="1200" dirty="0">
                <a:solidFill>
                  <a:srgbClr val="000000"/>
                </a:solidFill>
                <a:latin typeface="Arial" panose="020B0604020202020204" pitchFamily="34" charset="0"/>
                <a:cs typeface="Arial" panose="020B0604020202020204" pitchFamily="34" charset="0"/>
              </a:rPr>
              <a:t>Longitudinal studies (recall from chapter 6) follow a single group of participants for two or more occasions over a lengthy time period, perhaps over the course of several months or years.</a:t>
            </a:r>
          </a:p>
          <a:p>
            <a:pPr marL="741363" lvl="1" indent="-382588">
              <a:spcAft>
                <a:spcPct val="0"/>
              </a:spcAft>
              <a:buSzPts val="2400"/>
            </a:pPr>
            <a:r>
              <a:rPr lang="en-US" altLang="en-US" sz="2400" kern="1200" dirty="0">
                <a:solidFill>
                  <a:srgbClr val="000000"/>
                </a:solidFill>
                <a:latin typeface="Arial" panose="020B0604020202020204" pitchFamily="34" charset="0"/>
                <a:cs typeface="Arial" panose="020B0604020202020204" pitchFamily="34" charset="0"/>
              </a:rPr>
              <a:t>Longitudinal mixed-methods designs incorporate both qualitative and quantitative data collection over a long period of time.</a:t>
            </a:r>
          </a:p>
        </p:txBody>
      </p:sp>
    </p:spTree>
    <p:extLst>
      <p:ext uri="{BB962C8B-B14F-4D97-AF65-F5344CB8AC3E}">
        <p14:creationId xmlns:p14="http://schemas.microsoft.com/office/powerpoint/2010/main" val="1946205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0871" y="303062"/>
            <a:ext cx="8229600" cy="1144347"/>
          </a:xfrm>
        </p:spPr>
        <p:txBody>
          <a:bodyPr lIns="0" tIns="18000" rIns="0" bIns="18000">
            <a:spAutoFit/>
          </a:bodyPr>
          <a:lstStyle/>
          <a:p>
            <a:pPr lvl="0">
              <a:spcBef>
                <a:spcPct val="0"/>
              </a:spcBef>
              <a:buClrTx/>
            </a:pPr>
            <a:r>
              <a:rPr lang="en-US" altLang="en-US" sz="3600" kern="1200" dirty="0">
                <a:latin typeface="+mj-lt"/>
                <a:cs typeface="Times New Roman" panose="02020603050405020304" pitchFamily="18" charset="0"/>
              </a:rPr>
              <a:t>General Categories of Mixed-Methods Research </a:t>
            </a:r>
            <a:r>
              <a:rPr lang="en-US" altLang="en-US" sz="2800" kern="1200" dirty="0">
                <a:latin typeface="+mj-lt"/>
                <a:cs typeface="Times New Roman" panose="02020603050405020304" pitchFamily="18" charset="0"/>
              </a:rPr>
              <a:t>(4 of 4)</a:t>
            </a:r>
            <a:endParaRPr lang="en-US" sz="2800" kern="1200" dirty="0">
              <a:latin typeface="+mj-lt"/>
              <a:ea typeface="+mj-ea"/>
              <a:cs typeface="Times New Roman" panose="02020603050405020304" pitchFamily="18" charset="0"/>
            </a:endParaRPr>
          </a:p>
        </p:txBody>
      </p:sp>
      <p:sp>
        <p:nvSpPr>
          <p:cNvPr id="3" name="Text Placeholder 2"/>
          <p:cNvSpPr>
            <a:spLocks noGrp="1"/>
          </p:cNvSpPr>
          <p:nvPr>
            <p:ph type="body" idx="1"/>
          </p:nvPr>
        </p:nvSpPr>
        <p:spPr>
          <a:xfrm>
            <a:off x="457200" y="1742095"/>
            <a:ext cx="8229600" cy="4422168"/>
          </a:xfrm>
        </p:spPr>
        <p:txBody>
          <a:bodyPr wrap="square" lIns="0" tIns="18000" rIns="0" bIns="18000">
            <a:spAutoFit/>
          </a:bodyPr>
          <a:lstStyle/>
          <a:p>
            <a:pPr marL="358775" lvl="0" indent="-358775">
              <a:spcAft>
                <a:spcPct val="0"/>
              </a:spcAft>
              <a:buSzPts val="2400"/>
              <a:tabLst/>
            </a:pPr>
            <a:r>
              <a:rPr lang="en-US" altLang="en-US" sz="2400" kern="1200" dirty="0">
                <a:solidFill>
                  <a:srgbClr val="000000"/>
                </a:solidFill>
                <a:latin typeface="Arial" panose="020B0604020202020204" pitchFamily="34" charset="0"/>
                <a:cs typeface="Arial" panose="020B0604020202020204" pitchFamily="34" charset="0"/>
              </a:rPr>
              <a:t>Multiphase iterative designs</a:t>
            </a:r>
          </a:p>
          <a:p>
            <a:pPr marL="741363" lvl="1" indent="-382588">
              <a:spcAft>
                <a:spcPct val="0"/>
              </a:spcAft>
              <a:buSzPts val="2400"/>
            </a:pPr>
            <a:r>
              <a:rPr lang="en-US" altLang="en-US" sz="2400" kern="1200" dirty="0">
                <a:solidFill>
                  <a:srgbClr val="000000"/>
                </a:solidFill>
                <a:latin typeface="Arial" panose="020B0604020202020204" pitchFamily="34" charset="0"/>
                <a:cs typeface="Arial" panose="020B0604020202020204" pitchFamily="34" charset="0"/>
              </a:rPr>
              <a:t>Three or more phases</a:t>
            </a:r>
          </a:p>
          <a:p>
            <a:pPr marL="1077913" lvl="2" indent="-358775">
              <a:spcAft>
                <a:spcPct val="0"/>
              </a:spcAft>
              <a:buSzPts val="2400"/>
            </a:pPr>
            <a:r>
              <a:rPr lang="en-US" altLang="en-US" sz="2400" kern="1200" dirty="0">
                <a:solidFill>
                  <a:srgbClr val="000000"/>
                </a:solidFill>
                <a:latin typeface="Arial" panose="020B0604020202020204" pitchFamily="34" charset="0"/>
                <a:cs typeface="Arial" panose="020B0604020202020204" pitchFamily="34" charset="0"/>
              </a:rPr>
              <a:t>Foundational data early</a:t>
            </a:r>
          </a:p>
          <a:p>
            <a:pPr marL="1077913" lvl="2" indent="-358775">
              <a:spcAft>
                <a:spcPct val="0"/>
              </a:spcAft>
              <a:buSzPts val="2400"/>
            </a:pPr>
            <a:r>
              <a:rPr lang="en-US" altLang="en-US" sz="2400" kern="1200" dirty="0">
                <a:solidFill>
                  <a:srgbClr val="000000"/>
                </a:solidFill>
                <a:latin typeface="Arial" panose="020B0604020202020204" pitchFamily="34" charset="0"/>
                <a:cs typeface="Arial" panose="020B0604020202020204" pitchFamily="34" charset="0"/>
              </a:rPr>
              <a:t>Later phases build on early data</a:t>
            </a:r>
          </a:p>
          <a:p>
            <a:pPr marL="741363" lvl="1" indent="-382588">
              <a:spcAft>
                <a:spcPct val="0"/>
              </a:spcAft>
              <a:buSzPts val="2400"/>
            </a:pPr>
            <a:r>
              <a:rPr lang="en-US" altLang="en-US" sz="2400" kern="1200" dirty="0">
                <a:solidFill>
                  <a:srgbClr val="000000"/>
                </a:solidFill>
                <a:latin typeface="Arial" panose="020B0604020202020204" pitchFamily="34" charset="0"/>
                <a:cs typeface="Arial" panose="020B0604020202020204" pitchFamily="34" charset="0"/>
              </a:rPr>
              <a:t>Example: Program evaluation</a:t>
            </a:r>
          </a:p>
          <a:p>
            <a:pPr marL="1077913" lvl="2" indent="-358775">
              <a:spcAft>
                <a:spcPct val="0"/>
              </a:spcAft>
              <a:buSzPts val="2400"/>
            </a:pPr>
            <a:r>
              <a:rPr lang="en-US" altLang="en-US" sz="2400" kern="1200" dirty="0">
                <a:solidFill>
                  <a:srgbClr val="000000"/>
                </a:solidFill>
                <a:latin typeface="Arial" panose="020B0604020202020204" pitchFamily="34" charset="0"/>
                <a:cs typeface="Arial" panose="020B0604020202020204" pitchFamily="34" charset="0"/>
              </a:rPr>
              <a:t>Baseline data</a:t>
            </a:r>
          </a:p>
          <a:p>
            <a:pPr marL="1077913" lvl="2" indent="-358775">
              <a:spcAft>
                <a:spcPct val="0"/>
              </a:spcAft>
              <a:buSzPts val="2400"/>
            </a:pPr>
            <a:r>
              <a:rPr lang="en-US" altLang="en-US" sz="2400" kern="1200" dirty="0">
                <a:solidFill>
                  <a:srgbClr val="000000"/>
                </a:solidFill>
                <a:latin typeface="Arial" panose="020B0604020202020204" pitchFamily="34" charset="0"/>
                <a:cs typeface="Arial" panose="020B0604020202020204" pitchFamily="34" charset="0"/>
              </a:rPr>
              <a:t>Intervention</a:t>
            </a:r>
          </a:p>
          <a:p>
            <a:pPr marL="1077913" lvl="2" indent="-358775">
              <a:spcAft>
                <a:spcPct val="0"/>
              </a:spcAft>
              <a:buSzPts val="2400"/>
            </a:pPr>
            <a:r>
              <a:rPr lang="en-US" altLang="en-US" sz="2400" kern="1200" dirty="0">
                <a:solidFill>
                  <a:srgbClr val="000000"/>
                </a:solidFill>
                <a:latin typeface="Arial" panose="020B0604020202020204" pitchFamily="34" charset="0"/>
                <a:cs typeface="Arial" panose="020B0604020202020204" pitchFamily="34" charset="0"/>
              </a:rPr>
              <a:t>Data: Did the intervention work</a:t>
            </a:r>
          </a:p>
          <a:p>
            <a:pPr marL="1077913" lvl="2" indent="-358775">
              <a:spcAft>
                <a:spcPct val="0"/>
              </a:spcAft>
              <a:buSzPts val="2400"/>
            </a:pPr>
            <a:r>
              <a:rPr lang="en-US" altLang="en-US" sz="2400" kern="1200" dirty="0">
                <a:solidFill>
                  <a:srgbClr val="000000"/>
                </a:solidFill>
                <a:latin typeface="Arial" panose="020B0604020202020204" pitchFamily="34" charset="0"/>
                <a:cs typeface="Arial" panose="020B0604020202020204" pitchFamily="34" charset="0"/>
              </a:rPr>
              <a:t>Modify the intervention</a:t>
            </a:r>
          </a:p>
          <a:p>
            <a:pPr marL="1077913" lvl="2" indent="-358775">
              <a:spcAft>
                <a:spcPct val="0"/>
              </a:spcAft>
              <a:buSzPts val="2400"/>
            </a:pPr>
            <a:r>
              <a:rPr lang="en-US" altLang="en-US" sz="2400" kern="1200" dirty="0">
                <a:solidFill>
                  <a:srgbClr val="000000"/>
                </a:solidFill>
                <a:latin typeface="Arial" panose="020B0604020202020204" pitchFamily="34" charset="0"/>
                <a:cs typeface="Arial" panose="020B0604020202020204" pitchFamily="34" charset="0"/>
              </a:rPr>
              <a:t>Data: Did the modifications work</a:t>
            </a:r>
          </a:p>
        </p:txBody>
      </p:sp>
    </p:spTree>
    <p:extLst>
      <p:ext uri="{BB962C8B-B14F-4D97-AF65-F5344CB8AC3E}">
        <p14:creationId xmlns:p14="http://schemas.microsoft.com/office/powerpoint/2010/main" val="10569390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32660"/>
            <a:ext cx="8229600" cy="559572"/>
          </a:xfrm>
        </p:spPr>
        <p:txBody>
          <a:bodyPr lIns="0" tIns="18000" rIns="0" bIns="18000">
            <a:spAutoFit/>
          </a:bodyPr>
          <a:lstStyle/>
          <a:p>
            <a:pPr lvl="0">
              <a:spcBef>
                <a:spcPct val="0"/>
              </a:spcBef>
              <a:buClrTx/>
            </a:pPr>
            <a:r>
              <a:rPr lang="en-US" altLang="en-US" kern="1200" dirty="0">
                <a:latin typeface="+mj-lt"/>
                <a:cs typeface="Times New Roman" panose="02020603050405020304" pitchFamily="18" charset="0"/>
              </a:rPr>
              <a:t>Planning a Mixed-Methods Study</a:t>
            </a:r>
            <a:r>
              <a:rPr lang="en-US" altLang="en-US" kern="1200" dirty="0">
                <a:latin typeface="+mj-lt"/>
                <a:ea typeface="+mj-ea"/>
                <a:cs typeface="Times New Roman" panose="02020603050405020304" pitchFamily="18" charset="0"/>
              </a:rPr>
              <a:t> </a:t>
            </a:r>
            <a:r>
              <a:rPr lang="en-US" altLang="en-US" sz="2600" kern="1200" dirty="0">
                <a:latin typeface="+mj-lt"/>
                <a:ea typeface="+mj-ea"/>
                <a:cs typeface="Times New Roman" panose="02020603050405020304" pitchFamily="18" charset="0"/>
              </a:rPr>
              <a:t>(1 of 2)</a:t>
            </a:r>
            <a:endParaRPr lang="en-US" sz="2600" kern="1200" dirty="0">
              <a:latin typeface="+mj-lt"/>
              <a:ea typeface="+mj-ea"/>
              <a:cs typeface="Times New Roman" panose="02020603050405020304" pitchFamily="18" charset="0"/>
            </a:endParaRPr>
          </a:p>
        </p:txBody>
      </p:sp>
      <p:sp>
        <p:nvSpPr>
          <p:cNvPr id="3" name="Text Placeholder 2"/>
          <p:cNvSpPr>
            <a:spLocks noGrp="1"/>
          </p:cNvSpPr>
          <p:nvPr>
            <p:ph type="body" idx="1"/>
          </p:nvPr>
        </p:nvSpPr>
        <p:spPr>
          <a:xfrm>
            <a:off x="457200" y="1284893"/>
            <a:ext cx="8229600" cy="3683504"/>
          </a:xfrm>
        </p:spPr>
        <p:txBody>
          <a:bodyPr wrap="square" lIns="0" tIns="18000" rIns="0" bIns="18000">
            <a:spAutoFit/>
          </a:bodyPr>
          <a:lstStyle/>
          <a:p>
            <a:pPr marL="358775" lvl="0" indent="-358775">
              <a:spcAft>
                <a:spcPct val="0"/>
              </a:spcAft>
              <a:buSzPts val="2400"/>
              <a:tabLst/>
            </a:pPr>
            <a:r>
              <a:rPr lang="en-US" altLang="en-US" sz="2400" kern="1200" dirty="0">
                <a:solidFill>
                  <a:srgbClr val="000000"/>
                </a:solidFill>
                <a:latin typeface="Arial" panose="020B0604020202020204" pitchFamily="34" charset="0"/>
                <a:cs typeface="Arial" panose="020B0604020202020204" pitchFamily="34" charset="0"/>
              </a:rPr>
              <a:t>Identify research questions and hypotheses</a:t>
            </a:r>
          </a:p>
          <a:p>
            <a:pPr marL="741363" lvl="1" indent="-382588">
              <a:spcAft>
                <a:spcPct val="0"/>
              </a:spcAft>
              <a:buSzPts val="2400"/>
            </a:pPr>
            <a:r>
              <a:rPr lang="en-US" altLang="en-US" sz="2400" kern="1200" dirty="0">
                <a:solidFill>
                  <a:srgbClr val="000000"/>
                </a:solidFill>
                <a:latin typeface="Arial" panose="020B0604020202020204" pitchFamily="34" charset="0"/>
                <a:cs typeface="Arial" panose="020B0604020202020204" pitchFamily="34" charset="0"/>
              </a:rPr>
              <a:t>should require different types of data</a:t>
            </a:r>
          </a:p>
          <a:p>
            <a:pPr marL="358775" lvl="0" indent="-358775">
              <a:spcAft>
                <a:spcPct val="0"/>
              </a:spcAft>
              <a:buSzPts val="2400"/>
              <a:tabLst/>
            </a:pPr>
            <a:r>
              <a:rPr lang="en-US" altLang="en-US" sz="2400" kern="1200" dirty="0">
                <a:solidFill>
                  <a:srgbClr val="000000"/>
                </a:solidFill>
                <a:latin typeface="Arial" panose="020B0604020202020204" pitchFamily="34" charset="0"/>
                <a:cs typeface="Arial" panose="020B0604020202020204" pitchFamily="34" charset="0"/>
              </a:rPr>
              <a:t>Begin a literature review</a:t>
            </a:r>
          </a:p>
          <a:p>
            <a:pPr marL="741363" lvl="1" indent="-382588">
              <a:spcAft>
                <a:spcPct val="0"/>
              </a:spcAft>
              <a:buSzPts val="2400"/>
            </a:pPr>
            <a:r>
              <a:rPr lang="en-US" altLang="en-US" sz="2400" kern="1200" dirty="0">
                <a:solidFill>
                  <a:srgbClr val="000000"/>
                </a:solidFill>
                <a:latin typeface="Arial" panose="020B0604020202020204" pitchFamily="34" charset="0"/>
                <a:cs typeface="Arial" panose="020B0604020202020204" pitchFamily="34" charset="0"/>
              </a:rPr>
              <a:t>May require revision and additions as the study emerges</a:t>
            </a:r>
          </a:p>
          <a:p>
            <a:pPr marL="358775" lvl="0" indent="-358775">
              <a:spcAft>
                <a:spcPct val="0"/>
              </a:spcAft>
              <a:buSzPts val="2400"/>
              <a:tabLst/>
            </a:pPr>
            <a:r>
              <a:rPr lang="en-US" altLang="en-US" sz="2400" kern="1200" dirty="0">
                <a:solidFill>
                  <a:srgbClr val="000000"/>
                </a:solidFill>
                <a:latin typeface="Arial" panose="020B0604020202020204" pitchFamily="34" charset="0"/>
                <a:cs typeface="Arial" panose="020B0604020202020204" pitchFamily="34" charset="0"/>
              </a:rPr>
              <a:t>Choose appropriate samples</a:t>
            </a:r>
          </a:p>
          <a:p>
            <a:pPr marL="741363" lvl="1" indent="-382588">
              <a:spcAft>
                <a:spcPct val="0"/>
              </a:spcAft>
              <a:buSzPts val="2400"/>
            </a:pPr>
            <a:r>
              <a:rPr lang="en-US" altLang="en-US" sz="2400" kern="1200" dirty="0">
                <a:solidFill>
                  <a:srgbClr val="000000"/>
                </a:solidFill>
                <a:latin typeface="Arial" panose="020B0604020202020204" pitchFamily="34" charset="0"/>
                <a:cs typeface="Arial" panose="020B0604020202020204" pitchFamily="34" charset="0"/>
              </a:rPr>
              <a:t>Independent</a:t>
            </a:r>
          </a:p>
          <a:p>
            <a:pPr marL="741363" lvl="1" indent="-382588">
              <a:spcAft>
                <a:spcPct val="0"/>
              </a:spcAft>
              <a:buSzPts val="2400"/>
            </a:pPr>
            <a:r>
              <a:rPr lang="en-US" altLang="en-US" sz="2400" kern="1200" dirty="0">
                <a:solidFill>
                  <a:srgbClr val="000000"/>
                </a:solidFill>
                <a:latin typeface="Arial" panose="020B0604020202020204" pitchFamily="34" charset="0"/>
                <a:cs typeface="Arial" panose="020B0604020202020204" pitchFamily="34" charset="0"/>
              </a:rPr>
              <a:t>Linked</a:t>
            </a:r>
          </a:p>
        </p:txBody>
      </p:sp>
    </p:spTree>
    <p:extLst>
      <p:ext uri="{BB962C8B-B14F-4D97-AF65-F5344CB8AC3E}">
        <p14:creationId xmlns:p14="http://schemas.microsoft.com/office/powerpoint/2010/main" val="28786675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32660"/>
            <a:ext cx="8229600" cy="559572"/>
          </a:xfrm>
        </p:spPr>
        <p:txBody>
          <a:bodyPr lIns="0" tIns="18000" rIns="0" bIns="18000">
            <a:spAutoFit/>
          </a:bodyPr>
          <a:lstStyle/>
          <a:p>
            <a:pPr lvl="0">
              <a:spcBef>
                <a:spcPct val="0"/>
              </a:spcBef>
              <a:buClrTx/>
            </a:pPr>
            <a:r>
              <a:rPr lang="en-US" altLang="en-US" kern="1200" dirty="0">
                <a:latin typeface="+mj-lt"/>
                <a:cs typeface="Times New Roman" panose="02020603050405020304" pitchFamily="18" charset="0"/>
              </a:rPr>
              <a:t>Planning a Mixed-Methods Study</a:t>
            </a:r>
            <a:r>
              <a:rPr lang="en-US" altLang="en-US" kern="1200" dirty="0">
                <a:latin typeface="+mj-lt"/>
                <a:ea typeface="+mj-ea"/>
                <a:cs typeface="Times New Roman" panose="02020603050405020304" pitchFamily="18" charset="0"/>
              </a:rPr>
              <a:t> </a:t>
            </a:r>
            <a:r>
              <a:rPr lang="en-US" altLang="en-US" sz="2600" kern="1200" dirty="0">
                <a:latin typeface="+mj-lt"/>
                <a:ea typeface="+mj-ea"/>
                <a:cs typeface="Times New Roman" panose="02020603050405020304" pitchFamily="18" charset="0"/>
              </a:rPr>
              <a:t>(2 of 2)</a:t>
            </a:r>
            <a:endParaRPr lang="en-US" sz="2600" kern="1200" dirty="0">
              <a:latin typeface="+mj-lt"/>
              <a:ea typeface="+mj-ea"/>
              <a:cs typeface="Times New Roman" panose="02020603050405020304" pitchFamily="18" charset="0"/>
            </a:endParaRPr>
          </a:p>
        </p:txBody>
      </p:sp>
      <p:sp>
        <p:nvSpPr>
          <p:cNvPr id="3" name="Text Placeholder 2"/>
          <p:cNvSpPr>
            <a:spLocks noGrp="1"/>
          </p:cNvSpPr>
          <p:nvPr>
            <p:ph type="body" idx="1"/>
          </p:nvPr>
        </p:nvSpPr>
        <p:spPr>
          <a:xfrm>
            <a:off x="457200" y="1284893"/>
            <a:ext cx="8229600" cy="1859928"/>
          </a:xfrm>
        </p:spPr>
        <p:txBody>
          <a:bodyPr wrap="square" lIns="0" tIns="18000" rIns="0" bIns="18000">
            <a:spAutoFit/>
          </a:bodyPr>
          <a:lstStyle/>
          <a:p>
            <a:pPr marL="358775" lvl="0" indent="-358775">
              <a:spcAft>
                <a:spcPct val="0"/>
              </a:spcAft>
              <a:buSzPts val="2400"/>
              <a:tabLst/>
            </a:pPr>
            <a:r>
              <a:rPr lang="en-US" altLang="en-US" sz="2400" kern="1200" dirty="0">
                <a:solidFill>
                  <a:srgbClr val="000000"/>
                </a:solidFill>
                <a:latin typeface="Arial" panose="020B0604020202020204" pitchFamily="34" charset="0"/>
                <a:cs typeface="Arial" panose="020B0604020202020204" pitchFamily="34" charset="0"/>
              </a:rPr>
              <a:t>Ensure credibility of the overall research effort</a:t>
            </a:r>
          </a:p>
          <a:p>
            <a:pPr marL="358775" lvl="0" indent="-358775">
              <a:spcAft>
                <a:spcPct val="0"/>
              </a:spcAft>
              <a:buSzPts val="2400"/>
              <a:tabLst/>
            </a:pPr>
            <a:r>
              <a:rPr lang="en-US" altLang="en-US" sz="2400" kern="1200" dirty="0">
                <a:solidFill>
                  <a:srgbClr val="000000"/>
                </a:solidFill>
                <a:latin typeface="Arial" panose="020B0604020202020204" pitchFamily="34" charset="0"/>
                <a:cs typeface="Arial" panose="020B0604020202020204" pitchFamily="34" charset="0"/>
              </a:rPr>
              <a:t>Consider special ethical issues</a:t>
            </a:r>
          </a:p>
          <a:p>
            <a:pPr marL="741363" lvl="1" indent="-382588">
              <a:spcAft>
                <a:spcPct val="0"/>
              </a:spcAft>
              <a:buSzPts val="2400"/>
            </a:pPr>
            <a:r>
              <a:rPr lang="en-US" altLang="en-US" sz="2400" kern="1200" dirty="0">
                <a:solidFill>
                  <a:srgbClr val="000000"/>
                </a:solidFill>
                <a:latin typeface="Arial" panose="020B0604020202020204" pitchFamily="34" charset="0"/>
                <a:cs typeface="Arial" panose="020B0604020202020204" pitchFamily="34" charset="0"/>
              </a:rPr>
              <a:t>may need more than one institutional review</a:t>
            </a:r>
          </a:p>
          <a:p>
            <a:pPr marL="741363" lvl="1" indent="-382588">
              <a:spcAft>
                <a:spcPct val="0"/>
              </a:spcAft>
              <a:buSzPts val="2400"/>
            </a:pPr>
            <a:r>
              <a:rPr lang="en-US" altLang="en-US" sz="2400" kern="1200" dirty="0">
                <a:solidFill>
                  <a:srgbClr val="000000"/>
                </a:solidFill>
                <a:latin typeface="Arial" panose="020B0604020202020204" pitchFamily="34" charset="0"/>
                <a:cs typeface="Arial" panose="020B0604020202020204" pitchFamily="34" charset="0"/>
              </a:rPr>
              <a:t>may need to ensure consent for follow-up phases</a:t>
            </a:r>
          </a:p>
        </p:txBody>
      </p:sp>
    </p:spTree>
    <p:extLst>
      <p:ext uri="{BB962C8B-B14F-4D97-AF65-F5344CB8AC3E}">
        <p14:creationId xmlns:p14="http://schemas.microsoft.com/office/powerpoint/2010/main" val="35129804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3062"/>
            <a:ext cx="8229600" cy="1144347"/>
          </a:xfrm>
        </p:spPr>
        <p:txBody>
          <a:bodyPr lIns="0" tIns="18000" rIns="0" bIns="18000">
            <a:spAutoFit/>
          </a:bodyPr>
          <a:lstStyle/>
          <a:p>
            <a:pPr lvl="0">
              <a:spcBef>
                <a:spcPct val="0"/>
              </a:spcBef>
              <a:buClrTx/>
            </a:pPr>
            <a:r>
              <a:rPr lang="en-US" altLang="en-US" sz="3600" kern="1200" dirty="0">
                <a:latin typeface="+mj-lt"/>
                <a:cs typeface="Times New Roman" panose="02020603050405020304" pitchFamily="18" charset="0"/>
              </a:rPr>
              <a:t>Analyzing and Interpreting Mixed-Methods Data</a:t>
            </a:r>
            <a:endParaRPr lang="en-US" sz="2800" kern="1200" dirty="0">
              <a:latin typeface="+mj-lt"/>
              <a:ea typeface="+mj-ea"/>
              <a:cs typeface="Times New Roman" panose="02020603050405020304" pitchFamily="18" charset="0"/>
            </a:endParaRPr>
          </a:p>
        </p:txBody>
      </p:sp>
      <p:sp>
        <p:nvSpPr>
          <p:cNvPr id="3" name="Text Placeholder 2"/>
          <p:cNvSpPr>
            <a:spLocks noGrp="1"/>
          </p:cNvSpPr>
          <p:nvPr>
            <p:ph type="body" idx="1"/>
          </p:nvPr>
        </p:nvSpPr>
        <p:spPr>
          <a:xfrm>
            <a:off x="457200" y="1823744"/>
            <a:ext cx="8229600" cy="2075371"/>
          </a:xfrm>
        </p:spPr>
        <p:txBody>
          <a:bodyPr wrap="square" lIns="0" tIns="18000" rIns="0" bIns="18000">
            <a:spAutoFit/>
          </a:bodyPr>
          <a:lstStyle/>
          <a:p>
            <a:pPr marL="358775" lvl="0" indent="-358775">
              <a:spcAft>
                <a:spcPct val="0"/>
              </a:spcAft>
              <a:buSzPts val="2400"/>
              <a:tabLst/>
            </a:pPr>
            <a:r>
              <a:rPr lang="en-US" altLang="en-US" sz="2400" kern="1200" dirty="0">
                <a:solidFill>
                  <a:srgbClr val="000000"/>
                </a:solidFill>
                <a:latin typeface="Arial" panose="020B0604020202020204" pitchFamily="34" charset="0"/>
                <a:cs typeface="Arial" panose="020B0604020202020204" pitchFamily="34" charset="0"/>
              </a:rPr>
              <a:t>Two important considerations:</a:t>
            </a:r>
          </a:p>
          <a:p>
            <a:pPr marL="741363" lvl="1" indent="-382588">
              <a:spcAft>
                <a:spcPct val="0"/>
              </a:spcAft>
              <a:buSzPts val="2400"/>
            </a:pPr>
            <a:r>
              <a:rPr lang="en-US" altLang="en-US" sz="2400" kern="1200" dirty="0">
                <a:solidFill>
                  <a:srgbClr val="000000"/>
                </a:solidFill>
                <a:latin typeface="Arial" panose="020B0604020202020204" pitchFamily="34" charset="0"/>
                <a:cs typeface="Arial" panose="020B0604020202020204" pitchFamily="34" charset="0"/>
              </a:rPr>
              <a:t>How to weight quantitative and qualitative data when drawing conclusions</a:t>
            </a:r>
          </a:p>
          <a:p>
            <a:pPr marL="741363" lvl="1" indent="-382588">
              <a:spcAft>
                <a:spcPct val="0"/>
              </a:spcAft>
              <a:buSzPts val="2400"/>
            </a:pPr>
            <a:r>
              <a:rPr lang="en-US" altLang="en-US" sz="2400" kern="1200" dirty="0">
                <a:solidFill>
                  <a:srgbClr val="000000"/>
                </a:solidFill>
                <a:latin typeface="Arial" panose="020B0604020202020204" pitchFamily="34" charset="0"/>
                <a:cs typeface="Arial" panose="020B0604020202020204" pitchFamily="34" charset="0"/>
              </a:rPr>
              <a:t>How to integrate quantitative and qualitative findings for interpretation</a:t>
            </a:r>
          </a:p>
        </p:txBody>
      </p:sp>
    </p:spTree>
    <p:extLst>
      <p:ext uri="{BB962C8B-B14F-4D97-AF65-F5344CB8AC3E}">
        <p14:creationId xmlns:p14="http://schemas.microsoft.com/office/powerpoint/2010/main" val="34152167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9948" y="310259"/>
            <a:ext cx="8272252" cy="590349"/>
          </a:xfrm>
        </p:spPr>
        <p:txBody>
          <a:bodyPr wrap="square" lIns="0" tIns="18000" rIns="0" bIns="18000" anchor="t" anchorCtr="0">
            <a:spAutoFit/>
          </a:bodyPr>
          <a:lstStyle/>
          <a:p>
            <a:pPr lvl="0">
              <a:spcBef>
                <a:spcPct val="0"/>
              </a:spcBef>
              <a:buClrTx/>
            </a:pPr>
            <a:r>
              <a:rPr lang="en-US" altLang="en-US" sz="3600" kern="1200" dirty="0">
                <a:ea typeface="+mj-ea"/>
                <a:cs typeface="Times New Roman" panose="02020603050405020304" pitchFamily="18" charset="0"/>
              </a:rPr>
              <a:t>Copyright</a:t>
            </a:r>
            <a:endParaRPr lang="en-US" altLang="en-US" sz="3600" b="0" kern="1200" dirty="0">
              <a:ea typeface="+mj-ea"/>
              <a:cs typeface="Times New Roman" panose="02020603050405020304" pitchFamily="18" charset="0"/>
            </a:endParaRPr>
          </a:p>
        </p:txBody>
      </p:sp>
      <p:pic>
        <p:nvPicPr>
          <p:cNvPr id="8" name="Picture Placeholder 7" descr="Warning">
            <a:extLst>
              <a:ext uri="{FF2B5EF4-FFF2-40B4-BE49-F238E27FC236}">
                <a16:creationId xmlns:a16="http://schemas.microsoft.com/office/drawing/2014/main" id="{C123DBB5-E2DD-466E-A3FB-A327E5D9CB4D}"/>
              </a:ext>
            </a:extLst>
          </p:cNvPr>
          <p:cNvPicPr>
            <a:picLocks noGrp="1" noChangeAspect="1"/>
          </p:cNvPicPr>
          <p:nvPr>
            <p:ph type="pic" sz="quarter" idx="11"/>
          </p:nvPr>
        </p:nvPicPr>
        <p:blipFill>
          <a:blip r:embed="rId2"/>
          <a:stretch>
            <a:fillRect/>
          </a:stretch>
        </p:blipFill>
        <p:spPr>
          <a:xfrm>
            <a:off x="565268" y="2718488"/>
            <a:ext cx="1276350" cy="1438275"/>
          </a:xfrm>
          <a:prstGeom prst="rect">
            <a:avLst/>
          </a:prstGeom>
        </p:spPr>
      </p:pic>
      <p:sp>
        <p:nvSpPr>
          <p:cNvPr id="6" name="Content Placeholder 2">
            <a:extLst>
              <a:ext uri="{FF2B5EF4-FFF2-40B4-BE49-F238E27FC236}">
                <a16:creationId xmlns:a16="http://schemas.microsoft.com/office/drawing/2014/main" id="{0DAE52C9-82A2-4E0A-BF89-DC1F4086C3EF}"/>
              </a:ext>
            </a:extLst>
          </p:cNvPr>
          <p:cNvSpPr>
            <a:spLocks noGrp="1"/>
          </p:cNvSpPr>
          <p:nvPr>
            <p:ph sz="quarter" idx="10"/>
          </p:nvPr>
        </p:nvSpPr>
        <p:spPr>
          <a:xfrm>
            <a:off x="2096216" y="1826558"/>
            <a:ext cx="6614274" cy="3260978"/>
          </a:xfrm>
        </p:spPr>
        <p:style>
          <a:lnRef idx="2">
            <a:schemeClr val="dk1"/>
          </a:lnRef>
          <a:fillRef idx="1">
            <a:schemeClr val="lt1"/>
          </a:fillRef>
          <a:effectRef idx="0">
            <a:schemeClr val="dk1"/>
          </a:effectRef>
          <a:fontRef idx="minor">
            <a:schemeClr val="dk1"/>
          </a:fontRef>
        </p:style>
        <p:txBody>
          <a:bodyPr wrap="square" lIns="273600" tIns="273600" rIns="273600" bIns="273600">
            <a:spAutoFit/>
          </a:bodyPr>
          <a:lstStyle/>
          <a:p>
            <a:pPr marL="432" indent="0">
              <a:buNone/>
            </a:pPr>
            <a:r>
              <a:rPr lang="en-US" b="1" dirty="0">
                <a:latin typeface="Arial" panose="020B0604020202020204" pitchFamily="34" charset="0"/>
                <a:cs typeface="Arial" panose="020B0604020202020204" pitchFamily="34" charset="0"/>
              </a:rPr>
              <a:t>This work is protected by United States copyright laws and is</a:t>
            </a:r>
            <a:r>
              <a:rPr lang="en-US" b="1" baseline="0" dirty="0">
                <a:latin typeface="Arial" panose="020B0604020202020204" pitchFamily="34" charset="0"/>
                <a:cs typeface="Arial" panose="020B0604020202020204" pitchFamily="34" charset="0"/>
              </a:rPr>
              <a:t> </a:t>
            </a:r>
            <a:r>
              <a:rPr lang="en-US" b="1" dirty="0">
                <a:latin typeface="Arial" panose="020B0604020202020204" pitchFamily="34" charset="0"/>
                <a:cs typeface="Arial" panose="020B0604020202020204" pitchFamily="34" charset="0"/>
              </a:rPr>
              <a:t>provided solely for the use of instructors in teaching their courses and assessing student learning. Dissemination or sale of any part of this work (including on the World Wide Web) will destroy the integrity of the work and is not permitted. The work and materials from it should never be made available to students except by instructors using the accompanying text in their classes. All recipients of this work are expected to abide by these restrictions and to honor the intended pedagogical purposes and the needs of other instructors who rely on these materials.</a:t>
            </a: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84756594"/>
      </p:ext>
    </p:extLst>
  </p:cSld>
  <p:clrMapOvr>
    <a:masterClrMapping/>
  </p:clrMapOvr>
</p:sld>
</file>

<file path=ppt/theme/theme1.xml><?xml version="1.0" encoding="utf-8"?>
<a:theme xmlns:a="http://schemas.openxmlformats.org/drawingml/2006/main" name="508 Lecture">
  <a:themeElements>
    <a:clrScheme name="Custom 7">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508 Lecture">
  <a:themeElements>
    <a:clrScheme name="Custom 7">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6D90B95B22DD945BDFF45EB84A5E21C" ma:contentTypeVersion="12" ma:contentTypeDescription="Create a new document." ma:contentTypeScope="" ma:versionID="9ee3781bcb6633d132c89161492bb118">
  <xsd:schema xmlns:xsd="http://www.w3.org/2001/XMLSchema" xmlns:xs="http://www.w3.org/2001/XMLSchema" xmlns:p="http://schemas.microsoft.com/office/2006/metadata/properties" xmlns:ns2="7c1bd8dc-4e40-424f-a15f-9ffcd522197f" xmlns:ns3="6125ffc9-2c56-435e-8267-1393444907b2" targetNamespace="http://schemas.microsoft.com/office/2006/metadata/properties" ma:root="true" ma:fieldsID="d3e430f46b92204fb5a3381a429c4dbe" ns2:_="" ns3:_="">
    <xsd:import namespace="7c1bd8dc-4e40-424f-a15f-9ffcd522197f"/>
    <xsd:import namespace="6125ffc9-2c56-435e-8267-1393444907b2"/>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AutoKeyPoints" minOccurs="0"/>
                <xsd:element ref="ns3:MediaServiceKeyPoints" minOccurs="0"/>
                <xsd:element ref="ns3:MediaServiceAutoTags" minOccurs="0"/>
                <xsd:element ref="ns3:MediaServiceOCR" minOccurs="0"/>
                <xsd:element ref="ns3:MediaServiceGenerationTime" minOccurs="0"/>
                <xsd:element ref="ns3:MediaServiceEventHashCode" minOccurs="0"/>
                <xsd:element ref="ns3:MediaServiceDateTaken"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c1bd8dc-4e40-424f-a15f-9ffcd522197f"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6125ffc9-2c56-435e-8267-1393444907b2"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ternalName="MediaServiceDateTaken" ma:readOnly="true">
      <xsd:simpleType>
        <xsd:restriction base="dms:Text"/>
      </xsd:simpleType>
    </xsd:element>
    <xsd:element name="MediaLengthInSeconds" ma:index="19" nillable="true" ma:displayName="Length (seconds)"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C944D3BB-5530-45F5-8009-24BE1EAE62CD}"/>
</file>

<file path=customXml/itemProps2.xml><?xml version="1.0" encoding="utf-8"?>
<ds:datastoreItem xmlns:ds="http://schemas.openxmlformats.org/officeDocument/2006/customXml" ds:itemID="{EB3974BE-3157-4651-8BC6-D915B962EFEF}"/>
</file>

<file path=customXml/itemProps3.xml><?xml version="1.0" encoding="utf-8"?>
<ds:datastoreItem xmlns:ds="http://schemas.openxmlformats.org/officeDocument/2006/customXml" ds:itemID="{5448D24B-9F40-4BC9-9E82-8D7BA94627C1}"/>
</file>

<file path=docProps/app.xml><?xml version="1.0" encoding="utf-8"?>
<Properties xmlns="http://schemas.openxmlformats.org/officeDocument/2006/extended-properties" xmlns:vt="http://schemas.openxmlformats.org/officeDocument/2006/docPropsVTypes">
  <TotalTime>8417</TotalTime>
  <Words>655</Words>
  <Application>Microsoft Office PowerPoint</Application>
  <PresentationFormat>On-screen Show (4:3)</PresentationFormat>
  <Paragraphs>80</Paragraphs>
  <Slides>13</Slides>
  <Notes>1</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13</vt:i4>
      </vt:variant>
    </vt:vector>
  </HeadingPairs>
  <TitlesOfParts>
    <vt:vector size="20" baseType="lpstr">
      <vt:lpstr>Arial</vt:lpstr>
      <vt:lpstr>Arial (Headings)</vt:lpstr>
      <vt:lpstr>Noto Sans Symbols</vt:lpstr>
      <vt:lpstr>Times New Roman</vt:lpstr>
      <vt:lpstr>Verdana</vt:lpstr>
      <vt:lpstr>508 Lecture</vt:lpstr>
      <vt:lpstr>1_508 Lecture</vt:lpstr>
      <vt:lpstr>Practical Research: Planning and Design</vt:lpstr>
      <vt:lpstr>Mixed Methods Designs (1 of 3)</vt:lpstr>
      <vt:lpstr>Mixed Methods Designs (2 of 3)</vt:lpstr>
      <vt:lpstr>Mixed Methods Designs (3 of 3)</vt:lpstr>
      <vt:lpstr>When Mixed-Methods Designs are Most Useful and Appropriate</vt:lpstr>
      <vt:lpstr>General Categories of Mixed-Methods Research (1 of 4)</vt:lpstr>
      <vt:lpstr>General Categories of Mixed-Methods Research (2 of 4)</vt:lpstr>
      <vt:lpstr>General Categories of Mixed-Methods Research (3 of 4)</vt:lpstr>
      <vt:lpstr>General Categories of Mixed-Methods Research (4 of 4)</vt:lpstr>
      <vt:lpstr>Planning a Mixed-Methods Study (1 of 2)</vt:lpstr>
      <vt:lpstr>Planning a Mixed-Methods Study (2 of 2)</vt:lpstr>
      <vt:lpstr>Analyzing and Interpreting Mixed-Methods Data</vt:lpstr>
      <vt:lpstr>Copyright</vt:lpstr>
    </vt:vector>
  </TitlesOfParts>
  <Company>Pearson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Practical Research: Planning and Design, Twelfth Edition, Chapter 9</dc:title>
  <dc:subject>TED/Careers</dc:subject>
  <dc:creator>Leedy and Ormrod</dc:creator>
  <cp:keywords>Practical Research</cp:keywords>
  <cp:lastModifiedBy>Adheseshan Rathinam</cp:lastModifiedBy>
  <cp:revision>971</cp:revision>
  <dcterms:modified xsi:type="dcterms:W3CDTF">2021-10-20T15:32:58Z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sync_UniqueId">
    <vt:lpwstr>682739</vt:lpwstr>
  </property>
  <property fmtid="{D5CDD505-2E9C-101B-9397-08002B2CF9AE}" pid="3" name="Offisync_ServerID">
    <vt:lpwstr>7e960520-0e88-4f05-9fa0-24079b61e486</vt:lpwstr>
  </property>
  <property fmtid="{D5CDD505-2E9C-101B-9397-08002B2CF9AE}" pid="4" name="Offisync_UpdateToken">
    <vt:lpwstr>2</vt:lpwstr>
  </property>
  <property fmtid="{D5CDD505-2E9C-101B-9397-08002B2CF9AE}" pid="5" name="Jive_VersionGuid">
    <vt:lpwstr>2e874262-9747-49d3-bf1e-677aeb587663</vt:lpwstr>
  </property>
  <property fmtid="{D5CDD505-2E9C-101B-9397-08002B2CF9AE}" pid="6" name="Offisync_ProviderInitializationData">
    <vt:lpwstr>https://neo.pearson.com</vt:lpwstr>
  </property>
  <property fmtid="{D5CDD505-2E9C-101B-9397-08002B2CF9AE}" pid="7" name="Jive_LatestUserAccountName">
    <vt:lpwstr>joel</vt:lpwstr>
  </property>
  <property fmtid="{D5CDD505-2E9C-101B-9397-08002B2CF9AE}" pid="8" name="ContentTypeId">
    <vt:lpwstr>0x01010086D90B95B22DD945BDFF45EB84A5E21C</vt:lpwstr>
  </property>
</Properties>
</file>