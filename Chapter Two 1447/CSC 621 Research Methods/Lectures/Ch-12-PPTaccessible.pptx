
<file path=[Content_Types].xml><?xml version="1.0" encoding="utf-8"?>
<Types xmlns="http://schemas.openxmlformats.org/package/2006/content-types">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Layouts/slideLayout11.xml" ContentType="application/vnd.openxmlformats-officedocument.presentationml.slideLayout+xml"/>
  <Override PartName="/ppt/slideLayouts/slideLayout6.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customXml/itemProps2.xml" ContentType="application/vnd.openxmlformats-officedocument.customXmlProperties+xml"/>
  <Override PartName="/customXml/itemProps1.xml" ContentType="application/vnd.openxmlformats-officedocument.customXmlProperties+xml"/>
  <Override PartName="/customXml/itemProps3.xml" ContentType="application/vnd.openxmlformats-officedocument.customXml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 id="2147483660" r:id="rId2"/>
  </p:sldMasterIdLst>
  <p:notesMasterIdLst>
    <p:notesMasterId r:id="rId17"/>
  </p:notesMasterIdLst>
  <p:handoutMasterIdLst>
    <p:handoutMasterId r:id="rId18"/>
  </p:handoutMasterIdLst>
  <p:sldIdLst>
    <p:sldId id="335" r:id="rId3"/>
    <p:sldId id="307" r:id="rId4"/>
    <p:sldId id="308" r:id="rId5"/>
    <p:sldId id="309" r:id="rId6"/>
    <p:sldId id="310" r:id="rId7"/>
    <p:sldId id="311" r:id="rId8"/>
    <p:sldId id="312" r:id="rId9"/>
    <p:sldId id="313" r:id="rId10"/>
    <p:sldId id="314" r:id="rId11"/>
    <p:sldId id="320" r:id="rId12"/>
    <p:sldId id="316" r:id="rId13"/>
    <p:sldId id="317" r:id="rId14"/>
    <p:sldId id="318" r:id="rId15"/>
    <p:sldId id="334" r:id="rId16"/>
  </p:sldIdLst>
  <p:sldSz cx="9144000" cy="6858000" type="screen4x3"/>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83" userDrawn="1">
          <p15:clr>
            <a:srgbClr val="A4A3A4"/>
          </p15:clr>
        </p15:guide>
        <p15:guide id="2" pos="2880">
          <p15:clr>
            <a:srgbClr val="A4A3A4"/>
          </p15:clr>
        </p15:guide>
        <p15:guide id="3" orient="horz" pos="459" userDrawn="1">
          <p15:clr>
            <a:srgbClr val="A4A3A4"/>
          </p15:clr>
        </p15:guide>
        <p15:guide id="4" orient="horz" pos="300" userDrawn="1">
          <p15:clr>
            <a:srgbClr val="A4A3A4"/>
          </p15:clr>
        </p15:guide>
        <p15:guide id="5" orient="horz" pos="913" userDrawn="1">
          <p15:clr>
            <a:srgbClr val="A4A3A4"/>
          </p15:clr>
        </p15:guide>
        <p15:guide id="6" orient="horz" pos="4088" userDrawn="1">
          <p15:clr>
            <a:srgbClr val="A4A3A4"/>
          </p15:clr>
        </p15:guide>
        <p15:guide id="7" pos="272" userDrawn="1">
          <p15:clr>
            <a:srgbClr val="A4A3A4"/>
          </p15:clr>
        </p15:guide>
        <p15:guide id="8" pos="548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Jeffrey Holcomb" initials="" lastIdx="3" clrIdx="0"/>
  <p:cmAuthor id="1" name="Ruchi Sachdev" initials="" lastIdx="8" clrIdx="1"/>
  <p:cmAuthor id="2" name="Sarah Reusché" initials="" lastIdx="13" clrIdx="2"/>
  <p:cmAuthor id="3" name="Nitin Shankar" initials="" lastIdx="6" clrIdx="3"/>
  <p:cmAuthor id="4" name="Kristen Flathman" initials="" lastIdx="1" clrIdx="4"/>
  <p:cmAuthor id="5" name="Ben Schroeter" initials="" lastIdx="0" clrIdx="5"/>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0F9630F-82C1-40B7-BC3A-925EFCFF5E92}">
  <a:tblStyle styleId="{40F9630F-82C1-40B7-BC3A-925EFCFF5E92}" styleName="Table_0">
    <a:wholeTbl>
      <a:tcTxStyle b="off" i="off">
        <a:font>
          <a:latin typeface="Arial"/>
          <a:ea typeface="Arial"/>
          <a:cs typeface="Arial"/>
        </a:font>
        <a:schemeClr val="dk1"/>
      </a:tcTxStyle>
      <a:tcStyle>
        <a:tcBdr>
          <a:left>
            <a:ln w="9525" cap="flat" cmpd="sng">
              <a:solidFill>
                <a:srgbClr val="000000">
                  <a:alpha val="0"/>
                </a:srgbClr>
              </a:solidFill>
              <a:prstDash val="solid"/>
              <a:round/>
              <a:headEnd type="none" w="med" len="med"/>
              <a:tailEnd type="none" w="med" len="med"/>
            </a:ln>
          </a:left>
          <a:right>
            <a:ln w="9525" cap="flat" cmpd="sng">
              <a:solidFill>
                <a:srgbClr val="000000">
                  <a:alpha val="0"/>
                </a:srgbClr>
              </a:solidFill>
              <a:prstDash val="solid"/>
              <a:round/>
              <a:headEnd type="none" w="med" len="med"/>
              <a:tailEnd type="none" w="med" len="med"/>
            </a:ln>
          </a:right>
          <a:top>
            <a:ln w="12700" cap="flat" cmpd="sng">
              <a:solidFill>
                <a:schemeClr val="accent1"/>
              </a:solidFill>
              <a:prstDash val="solid"/>
              <a:round/>
              <a:headEnd type="none" w="med" len="med"/>
              <a:tailEnd type="none" w="med" len="med"/>
            </a:ln>
          </a:top>
          <a:bottom>
            <a:ln w="12700" cap="flat" cmpd="sng">
              <a:solidFill>
                <a:schemeClr val="accent1"/>
              </a:solidFill>
              <a:prstDash val="solid"/>
              <a:round/>
              <a:headEnd type="none" w="med" len="med"/>
              <a:tailEnd type="none" w="med" len="med"/>
            </a:ln>
          </a:bottom>
          <a:insideH>
            <a:ln w="9525" cap="flat" cmpd="sng">
              <a:solidFill>
                <a:srgbClr val="000000">
                  <a:alpha val="0"/>
                </a:srgbClr>
              </a:solidFill>
              <a:prstDash val="solid"/>
              <a:round/>
              <a:headEnd type="none" w="med" len="med"/>
              <a:tailEnd type="none" w="med" len="med"/>
            </a:ln>
          </a:insideH>
          <a:insideV>
            <a:ln w="9525" cap="flat" cmpd="sng">
              <a:solidFill>
                <a:srgbClr val="000000">
                  <a:alpha val="0"/>
                </a:srgbClr>
              </a:solidFill>
              <a:prstDash val="solid"/>
              <a:round/>
              <a:headEnd type="none" w="med" len="med"/>
              <a:tailEnd type="none" w="med" len="med"/>
            </a:ln>
          </a:insideV>
        </a:tcBdr>
        <a:fill>
          <a:solidFill>
            <a:srgbClr val="FFFFFF">
              <a:alpha val="0"/>
            </a:srgbClr>
          </a:solid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i="off"/>
      <a:tcStyle>
        <a:tcBdr/>
      </a:tcStyle>
    </a:lastCol>
    <a:firstCol>
      <a:tcTxStyle b="on" i="off"/>
      <a:tcStyle>
        <a:tcBdr/>
      </a:tcStyle>
    </a:firstCol>
    <a:lastRow>
      <a:tcTxStyle b="on" i="off"/>
      <a:tcStyle>
        <a:tcBdr>
          <a:top>
            <a:ln w="12700" cap="flat" cmpd="sng">
              <a:solidFill>
                <a:schemeClr val="accent1"/>
              </a:solidFill>
              <a:prstDash val="solid"/>
              <a:round/>
              <a:headEnd type="none" w="med" len="med"/>
              <a:tailEnd type="none" w="med" len="med"/>
            </a:ln>
          </a:top>
        </a:tcBdr>
        <a:fill>
          <a:solidFill>
            <a:srgbClr val="FFFFFF">
              <a:alpha val="0"/>
            </a:srgbClr>
          </a:solidFill>
        </a:fill>
      </a:tcStyle>
    </a:lastRow>
    <a:firstRow>
      <a:tcTxStyle b="on" i="off"/>
      <a:tcStyle>
        <a:tcBdr>
          <a:bottom>
            <a:ln w="12700" cap="flat" cmpd="sng">
              <a:solidFill>
                <a:schemeClr val="accent1"/>
              </a:solidFill>
              <a:prstDash val="solid"/>
              <a:round/>
              <a:headEnd type="none" w="med" len="med"/>
              <a:tailEnd type="none" w="med" len="med"/>
            </a:ln>
          </a:bottom>
        </a:tcBdr>
        <a:fill>
          <a:solidFill>
            <a:srgbClr val="FFFFFF">
              <a:alpha val="0"/>
            </a:srgb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795" autoAdjust="0"/>
    <p:restoredTop sz="89513" autoAdjust="0"/>
  </p:normalViewPr>
  <p:slideViewPr>
    <p:cSldViewPr snapToGrid="0" snapToObjects="1">
      <p:cViewPr varScale="1">
        <p:scale>
          <a:sx n="77" d="100"/>
          <a:sy n="77" d="100"/>
        </p:scale>
        <p:origin x="930" y="90"/>
      </p:cViewPr>
      <p:guideLst>
        <p:guide orient="horz" pos="2183"/>
        <p:guide pos="2880"/>
        <p:guide orient="horz" pos="459"/>
        <p:guide orient="horz" pos="300"/>
        <p:guide orient="horz" pos="913"/>
        <p:guide orient="horz" pos="4088"/>
        <p:guide pos="272"/>
        <p:guide pos="5488"/>
      </p:guideLst>
    </p:cSldViewPr>
  </p:slideViewPr>
  <p:outlineViewPr>
    <p:cViewPr>
      <p:scale>
        <a:sx n="33" d="100"/>
        <a:sy n="33" d="100"/>
      </p:scale>
      <p:origin x="0" y="-3475"/>
    </p:cViewPr>
  </p:outlineViewPr>
  <p:notesTextViewPr>
    <p:cViewPr>
      <p:scale>
        <a:sx n="125" d="100"/>
        <a:sy n="125" d="100"/>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handoutMaster" Target="handoutMasters/handoutMaster1.xml"/><Relationship Id="rId26" Type="http://schemas.openxmlformats.org/officeDocument/2006/relationships/customXml" Target="../customXml/item3.xml"/><Relationship Id="rId3" Type="http://schemas.openxmlformats.org/officeDocument/2006/relationships/slide" Target="slides/slide1.xml"/><Relationship Id="rId21"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notesMaster" Target="notesMasters/notesMaster1.xml"/><Relationship Id="rId25" Type="http://schemas.openxmlformats.org/officeDocument/2006/relationships/customXml" Target="../customXml/item2.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customXml" Target="../customXml/item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commentAuthors" Target="commentAuthor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885CB01-6679-D646-ACB3-8B04B786C15F}" type="datetimeFigureOut">
              <a:rPr lang="en-US" smtClean="0"/>
              <a:t>10/22/2021</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82AC0F4D-8A6F-1C4A-B6BF-1558431E4F79}" type="slidenum">
              <a:rPr lang="en-US" smtClean="0"/>
              <a:t>‹#›</a:t>
            </a:fld>
            <a:endParaRPr lang="en-US"/>
          </a:p>
        </p:txBody>
      </p:sp>
    </p:spTree>
    <p:extLst>
      <p:ext uri="{BB962C8B-B14F-4D97-AF65-F5344CB8AC3E}">
        <p14:creationId xmlns:p14="http://schemas.microsoft.com/office/powerpoint/2010/main" val="35540630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Shape 3"/>
          <p:cNvSpPr txBox="1">
            <a:spLocks noGrp="1"/>
          </p:cNvSpPr>
          <p:nvPr>
            <p:ph type="hdr" idx="2"/>
          </p:nvPr>
        </p:nvSpPr>
        <p:spPr>
          <a:xfrm>
            <a:off x="0" y="0"/>
            <a:ext cx="2971799" cy="457200"/>
          </a:xfrm>
          <a:prstGeom prst="rect">
            <a:avLst/>
          </a:prstGeom>
          <a:noFill/>
          <a:ln>
            <a:noFill/>
          </a:ln>
        </p:spPr>
        <p:txBody>
          <a:bodyPr lIns="91425" tIns="91425" rIns="91425" bIns="91425" anchor="t" anchorCtr="0"/>
          <a:lstStyle>
            <a:lvl1pPr marL="0" marR="0" lvl="0" indent="0" algn="l" rtl="0">
              <a:spcBef>
                <a:spcPts val="0"/>
              </a:spcBef>
              <a:buNone/>
              <a:defRPr sz="12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4" name="Shape 4"/>
          <p:cNvSpPr txBox="1">
            <a:spLocks noGrp="1"/>
          </p:cNvSpPr>
          <p:nvPr>
            <p:ph type="dt" idx="10"/>
          </p:nvPr>
        </p:nvSpPr>
        <p:spPr>
          <a:xfrm>
            <a:off x="3884612" y="0"/>
            <a:ext cx="2971799" cy="457200"/>
          </a:xfrm>
          <a:prstGeom prst="rect">
            <a:avLst/>
          </a:prstGeom>
          <a:noFill/>
          <a:ln>
            <a:noFill/>
          </a:ln>
        </p:spPr>
        <p:txBody>
          <a:bodyPr lIns="91425" tIns="91425" rIns="91425" bIns="91425" anchor="t" anchorCtr="0"/>
          <a:lstStyle>
            <a:lvl1pPr marL="0" marR="0" lvl="0" indent="0" algn="r" rtl="0">
              <a:spcBef>
                <a:spcPts val="0"/>
              </a:spcBef>
              <a:buNone/>
              <a:defRPr sz="12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5" name="Shape 5"/>
          <p:cNvSpPr>
            <a:spLocks noGrp="1" noRot="1" noChangeAspect="1"/>
          </p:cNvSpPr>
          <p:nvPr>
            <p:ph type="sldImg" idx="3"/>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med" len="med"/>
            <a:tailEnd type="none" w="med" len="med"/>
          </a:ln>
        </p:spPr>
      </p:sp>
      <p:sp>
        <p:nvSpPr>
          <p:cNvPr id="6" name="Shape 6"/>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lstStyle>
            <a:lvl1pPr marL="0" marR="0" lvl="0" indent="0" algn="l" rtl="0">
              <a:spcBef>
                <a:spcPts val="0"/>
              </a:spcBef>
              <a:buNone/>
              <a:defRPr sz="1200" b="0" i="0" u="none" strike="noStrike" cap="none">
                <a:solidFill>
                  <a:schemeClr val="dk1"/>
                </a:solidFill>
                <a:latin typeface="Arial"/>
                <a:ea typeface="Arial"/>
                <a:cs typeface="Arial"/>
                <a:sym typeface="Arial"/>
              </a:defRPr>
            </a:lvl1pPr>
            <a:lvl2pPr marL="457200" marR="0" lvl="1" indent="0" algn="l" rtl="0">
              <a:spcBef>
                <a:spcPts val="0"/>
              </a:spcBef>
              <a:buNone/>
              <a:defRPr sz="1200" b="0" i="0" u="none" strike="noStrike" cap="none">
                <a:solidFill>
                  <a:schemeClr val="dk1"/>
                </a:solidFill>
                <a:latin typeface="Arial"/>
                <a:ea typeface="Arial"/>
                <a:cs typeface="Arial"/>
                <a:sym typeface="Arial"/>
              </a:defRPr>
            </a:lvl2pPr>
            <a:lvl3pPr marL="914400" marR="0" lvl="2" indent="0" algn="l" rtl="0">
              <a:spcBef>
                <a:spcPts val="0"/>
              </a:spcBef>
              <a:buNone/>
              <a:defRPr sz="1200" b="0" i="0" u="none" strike="noStrike" cap="none">
                <a:solidFill>
                  <a:schemeClr val="dk1"/>
                </a:solidFill>
                <a:latin typeface="Arial"/>
                <a:ea typeface="Arial"/>
                <a:cs typeface="Arial"/>
                <a:sym typeface="Arial"/>
              </a:defRPr>
            </a:lvl3pPr>
            <a:lvl4pPr marL="1371600" marR="0" lvl="3" indent="0" algn="l" rtl="0">
              <a:spcBef>
                <a:spcPts val="0"/>
              </a:spcBef>
              <a:buNone/>
              <a:defRPr sz="1200" b="0" i="0" u="none" strike="noStrike" cap="none">
                <a:solidFill>
                  <a:schemeClr val="dk1"/>
                </a:solidFill>
                <a:latin typeface="Arial"/>
                <a:ea typeface="Arial"/>
                <a:cs typeface="Arial"/>
                <a:sym typeface="Arial"/>
              </a:defRPr>
            </a:lvl4pPr>
            <a:lvl5pPr marL="1828800" marR="0" lvl="4" indent="0" algn="l" rtl="0">
              <a:spcBef>
                <a:spcPts val="0"/>
              </a:spcBef>
              <a:buNone/>
              <a:defRPr sz="1200" b="0" i="0" u="none" strike="noStrike" cap="none">
                <a:solidFill>
                  <a:schemeClr val="dk1"/>
                </a:solidFill>
                <a:latin typeface="Arial"/>
                <a:ea typeface="Arial"/>
                <a:cs typeface="Arial"/>
                <a:sym typeface="Arial"/>
              </a:defRPr>
            </a:lvl5pPr>
            <a:lvl6pPr marL="2286000" marR="0" lvl="5" indent="0" algn="l" rtl="0">
              <a:spcBef>
                <a:spcPts val="0"/>
              </a:spcBef>
              <a:buNone/>
              <a:defRPr sz="1200" b="0" i="0" u="none" strike="noStrike" cap="none">
                <a:solidFill>
                  <a:schemeClr val="dk1"/>
                </a:solidFill>
                <a:latin typeface="Arial"/>
                <a:ea typeface="Arial"/>
                <a:cs typeface="Arial"/>
                <a:sym typeface="Arial"/>
              </a:defRPr>
            </a:lvl6pPr>
            <a:lvl7pPr marL="2743200" marR="0" lvl="6" indent="0" algn="l" rtl="0">
              <a:spcBef>
                <a:spcPts val="0"/>
              </a:spcBef>
              <a:buNone/>
              <a:defRPr sz="1200" b="0" i="0" u="none" strike="noStrike" cap="none">
                <a:solidFill>
                  <a:schemeClr val="dk1"/>
                </a:solidFill>
                <a:latin typeface="Arial"/>
                <a:ea typeface="Arial"/>
                <a:cs typeface="Arial"/>
                <a:sym typeface="Arial"/>
              </a:defRPr>
            </a:lvl7pPr>
            <a:lvl8pPr marL="3200400" marR="0" lvl="7" indent="0" algn="l" rtl="0">
              <a:spcBef>
                <a:spcPts val="0"/>
              </a:spcBef>
              <a:buNone/>
              <a:defRPr sz="1200" b="0" i="0" u="none" strike="noStrike" cap="none">
                <a:solidFill>
                  <a:schemeClr val="dk1"/>
                </a:solidFill>
                <a:latin typeface="Arial"/>
                <a:ea typeface="Arial"/>
                <a:cs typeface="Arial"/>
                <a:sym typeface="Arial"/>
              </a:defRPr>
            </a:lvl8pPr>
            <a:lvl9pPr marL="3657600" marR="0" lvl="8" indent="0" algn="l" rtl="0">
              <a:spcBef>
                <a:spcPts val="0"/>
              </a:spcBef>
              <a:buNone/>
              <a:defRPr sz="1200" b="0" i="0" u="none" strike="noStrike" cap="none">
                <a:solidFill>
                  <a:schemeClr val="dk1"/>
                </a:solidFill>
                <a:latin typeface="Arial"/>
                <a:ea typeface="Arial"/>
                <a:cs typeface="Arial"/>
                <a:sym typeface="Arial"/>
              </a:defRPr>
            </a:lvl9pPr>
          </a:lstStyle>
          <a:p>
            <a:endParaRPr/>
          </a:p>
        </p:txBody>
      </p:sp>
      <p:sp>
        <p:nvSpPr>
          <p:cNvPr id="7" name="Shape 7"/>
          <p:cNvSpPr txBox="1">
            <a:spLocks noGrp="1"/>
          </p:cNvSpPr>
          <p:nvPr>
            <p:ph type="ftr" idx="11"/>
          </p:nvPr>
        </p:nvSpPr>
        <p:spPr>
          <a:xfrm>
            <a:off x="0" y="8685213"/>
            <a:ext cx="2971799" cy="457200"/>
          </a:xfrm>
          <a:prstGeom prst="rect">
            <a:avLst/>
          </a:prstGeom>
          <a:noFill/>
          <a:ln>
            <a:noFill/>
          </a:ln>
        </p:spPr>
        <p:txBody>
          <a:bodyPr lIns="91425" tIns="91425" rIns="91425" bIns="91425" anchor="b" anchorCtr="0"/>
          <a:lstStyle>
            <a:lvl1pPr marL="0" marR="0" lvl="0" indent="0" algn="l" rtl="0">
              <a:spcBef>
                <a:spcPts val="0"/>
              </a:spcBef>
              <a:buNone/>
              <a:defRPr sz="12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8" name="Shape 8"/>
          <p:cNvSpPr txBox="1">
            <a:spLocks noGrp="1"/>
          </p:cNvSpPr>
          <p:nvPr>
            <p:ph type="sldNum" idx="12"/>
          </p:nvPr>
        </p:nvSpPr>
        <p:spPr>
          <a:xfrm>
            <a:off x="3884612" y="8685213"/>
            <a:ext cx="2971799" cy="457200"/>
          </a:xfrm>
          <a:prstGeom prst="rect">
            <a:avLst/>
          </a:prstGeom>
          <a:noFill/>
          <a:ln>
            <a:noFill/>
          </a:ln>
        </p:spPr>
        <p:txBody>
          <a:bodyPr lIns="91425" tIns="45700" rIns="91425" bIns="45700" anchor="b" anchorCtr="0">
            <a:noAutofit/>
          </a:bodyPr>
          <a:lstStyle/>
          <a:p>
            <a:pPr marL="0" marR="0" lvl="0" indent="0" algn="r" rtl="0">
              <a:spcBef>
                <a:spcPts val="0"/>
              </a:spcBef>
              <a:buSzPct val="25000"/>
              <a:buNone/>
            </a:pPr>
            <a:fld id="{00000000-1234-1234-1234-123412341234}" type="slidenum">
              <a:rPr lang="en-US" sz="1200" b="0" i="0" u="none" strike="noStrike" cap="none">
                <a:solidFill>
                  <a:schemeClr val="dk1"/>
                </a:solidFill>
                <a:latin typeface="Arial"/>
                <a:ea typeface="Arial"/>
                <a:cs typeface="Arial"/>
                <a:sym typeface="Arial"/>
              </a:rPr>
              <a:t>‹#›</a:t>
            </a:fld>
            <a:endParaRPr lang="en-US" sz="1200" b="0" i="0" u="none" strike="noStrike" cap="none">
              <a:solidFill>
                <a:schemeClr val="dk1"/>
              </a:solidFill>
              <a:latin typeface="Arial"/>
              <a:ea typeface="Arial"/>
              <a:cs typeface="Arial"/>
              <a:sym typeface="Arial"/>
            </a:endParaRPr>
          </a:p>
        </p:txBody>
      </p:sp>
    </p:spTree>
    <p:extLst>
      <p:ext uri="{BB962C8B-B14F-4D97-AF65-F5344CB8AC3E}">
        <p14:creationId xmlns:p14="http://schemas.microsoft.com/office/powerpoint/2010/main" val="2457102709"/>
      </p:ext>
    </p:extLst>
  </p:cSld>
  <p:clrMap bg1="lt1" tx1="dk1" bg2="dk2" tx2="lt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cap="none" dirty="0">
                <a:solidFill>
                  <a:schemeClr val="dk1"/>
                </a:solidFill>
                <a:latin typeface="Arial"/>
                <a:ea typeface="Arial"/>
                <a:cs typeface="Arial"/>
                <a:sym typeface="Arial"/>
              </a:rPr>
              <a:t>If this PowerPoint presentation contains mathematical equations, you may need to check that your computer has the following installed:</a:t>
            </a:r>
          </a:p>
          <a:p>
            <a:r>
              <a:rPr lang="en-US" sz="1200" b="0" i="0" u="none" strike="noStrike" kern="1200" cap="none" dirty="0">
                <a:solidFill>
                  <a:schemeClr val="dk1"/>
                </a:solidFill>
                <a:latin typeface="Arial"/>
                <a:ea typeface="Arial"/>
                <a:cs typeface="Arial"/>
                <a:sym typeface="Arial"/>
              </a:rPr>
              <a:t>1) Math Type Plugin</a:t>
            </a:r>
          </a:p>
          <a:p>
            <a:r>
              <a:rPr lang="en-US" sz="1200" b="0" i="0" u="none" strike="noStrike" kern="1200" cap="none" dirty="0">
                <a:solidFill>
                  <a:schemeClr val="dk1"/>
                </a:solidFill>
                <a:latin typeface="Arial"/>
                <a:ea typeface="Arial"/>
                <a:cs typeface="Arial"/>
                <a:sym typeface="Arial"/>
              </a:rPr>
              <a:t>2) Math Player (free versions available)</a:t>
            </a:r>
          </a:p>
          <a:p>
            <a:r>
              <a:rPr lang="en-US" sz="1200" b="0" i="0" u="none" strike="noStrike" kern="1200" cap="none" dirty="0">
                <a:solidFill>
                  <a:schemeClr val="dk1"/>
                </a:solidFill>
                <a:latin typeface="Arial"/>
                <a:ea typeface="Arial"/>
                <a:cs typeface="Arial"/>
                <a:sym typeface="Arial"/>
              </a:rPr>
              <a:t>3) NVDA Reader (free versions available)</a:t>
            </a:r>
            <a:endParaRPr lang="en-US" dirty="0"/>
          </a:p>
        </p:txBody>
      </p:sp>
      <p:sp>
        <p:nvSpPr>
          <p:cNvPr id="4" name="Slide Number Placeholder 3"/>
          <p:cNvSpPr>
            <a:spLocks noGrp="1"/>
          </p:cNvSpPr>
          <p:nvPr>
            <p:ph type="sldNum" idx="10"/>
          </p:nvPr>
        </p:nvSpPr>
        <p:spPr/>
        <p:txBody>
          <a:bodyPr/>
          <a:lstStyle/>
          <a:p>
            <a:pPr marL="0" marR="0" lvl="0" indent="0" algn="r" rtl="0">
              <a:spcBef>
                <a:spcPts val="0"/>
              </a:spcBef>
              <a:buSzPct val="25000"/>
              <a:buNone/>
            </a:pPr>
            <a:fld id="{00000000-1234-1234-1234-123412341234}" type="slidenum">
              <a:rPr lang="en-US" sz="1200" b="0" i="0" u="none" strike="noStrike" cap="none" smtClean="0">
                <a:solidFill>
                  <a:schemeClr val="dk1"/>
                </a:solidFill>
                <a:latin typeface="Arial"/>
                <a:ea typeface="Arial"/>
                <a:cs typeface="Arial"/>
                <a:sym typeface="Arial"/>
              </a:rPr>
              <a:t>1</a:t>
            </a:fld>
            <a:endParaRPr lang="en-US" sz="1200" b="0" i="0" u="none" strike="noStrike" cap="none">
              <a:solidFill>
                <a:schemeClr val="dk1"/>
              </a:solidFill>
              <a:latin typeface="Arial"/>
              <a:ea typeface="Arial"/>
              <a:cs typeface="Arial"/>
              <a:sym typeface="Arial"/>
            </a:endParaRPr>
          </a:p>
        </p:txBody>
      </p:sp>
    </p:spTree>
    <p:extLst>
      <p:ext uri="{BB962C8B-B14F-4D97-AF65-F5344CB8AC3E}">
        <p14:creationId xmlns:p14="http://schemas.microsoft.com/office/powerpoint/2010/main" val="17502984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 Description:</a:t>
            </a:r>
          </a:p>
          <a:p>
            <a:r>
              <a:rPr lang="en-US" dirty="0"/>
              <a:t>The details of the spiral diagram from raw data and final report are as follows: the raw data leads to organization, filing, creating a computer database and breaking large units into smaller ones; perusal, getting an overall sense of the data and jotting down preliminary interpretations; classification, grouping the data into categories or themes and finding meanings in the data; synthesis, offering hypotheses or prepositions and constructing tables, diagram, hierarchies; this leads to the final report.</a:t>
            </a:r>
          </a:p>
        </p:txBody>
      </p:sp>
      <p:sp>
        <p:nvSpPr>
          <p:cNvPr id="4" name="Slide Number Placeholder 3"/>
          <p:cNvSpPr>
            <a:spLocks noGrp="1"/>
          </p:cNvSpPr>
          <p:nvPr>
            <p:ph type="sldNum" idx="12"/>
          </p:nvPr>
        </p:nvSpPr>
        <p:spPr/>
        <p:txBody>
          <a:bodyPr/>
          <a:lstStyle/>
          <a:p>
            <a:pPr marL="0" marR="0" lvl="0" indent="0" algn="r" rtl="0">
              <a:spcBef>
                <a:spcPts val="0"/>
              </a:spcBef>
              <a:buSzPct val="25000"/>
              <a:buNone/>
            </a:pPr>
            <a:fld id="{00000000-1234-1234-1234-123412341234}" type="slidenum">
              <a:rPr lang="en-US" sz="1200" b="0" i="0" u="none" strike="noStrike" cap="none" smtClean="0">
                <a:solidFill>
                  <a:schemeClr val="dk1"/>
                </a:solidFill>
                <a:latin typeface="Arial"/>
                <a:ea typeface="Arial"/>
                <a:cs typeface="Arial"/>
                <a:sym typeface="Arial"/>
              </a:rPr>
              <a:t>7</a:t>
            </a:fld>
            <a:endParaRPr lang="en-US" sz="1200" b="0" i="0" u="none" strike="noStrike" cap="none">
              <a:solidFill>
                <a:schemeClr val="dk1"/>
              </a:solidFill>
              <a:latin typeface="Arial"/>
              <a:ea typeface="Arial"/>
              <a:cs typeface="Arial"/>
              <a:sym typeface="Arial"/>
            </a:endParaRPr>
          </a:p>
        </p:txBody>
      </p:sp>
    </p:spTree>
    <p:extLst>
      <p:ext uri="{BB962C8B-B14F-4D97-AF65-F5344CB8AC3E}">
        <p14:creationId xmlns:p14="http://schemas.microsoft.com/office/powerpoint/2010/main" val="10950609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idx="12"/>
          </p:nvPr>
        </p:nvSpPr>
        <p:spPr/>
        <p:txBody>
          <a:bodyPr/>
          <a:lstStyle/>
          <a:p>
            <a:pPr marL="0" marR="0" lvl="0" indent="0" algn="r" rtl="0">
              <a:spcBef>
                <a:spcPts val="0"/>
              </a:spcBef>
              <a:buSzPct val="25000"/>
              <a:buNone/>
            </a:pPr>
            <a:fld id="{00000000-1234-1234-1234-123412341234}" type="slidenum">
              <a:rPr lang="en-US" sz="1200" b="0" i="0" u="none" strike="noStrike" cap="none" smtClean="0">
                <a:solidFill>
                  <a:schemeClr val="dk1"/>
                </a:solidFill>
                <a:latin typeface="Arial"/>
                <a:ea typeface="Arial"/>
                <a:cs typeface="Arial"/>
                <a:sym typeface="Arial"/>
              </a:rPr>
              <a:t>10</a:t>
            </a:fld>
            <a:endParaRPr lang="en-US" sz="1200" b="0" i="0" u="none" strike="noStrike" cap="none">
              <a:solidFill>
                <a:schemeClr val="dk1"/>
              </a:solidFill>
              <a:latin typeface="Arial"/>
              <a:ea typeface="Arial"/>
              <a:cs typeface="Arial"/>
              <a:sym typeface="Arial"/>
            </a:endParaRPr>
          </a:p>
        </p:txBody>
      </p:sp>
    </p:spTree>
    <p:extLst>
      <p:ext uri="{BB962C8B-B14F-4D97-AF65-F5344CB8AC3E}">
        <p14:creationId xmlns:p14="http://schemas.microsoft.com/office/powerpoint/2010/main" val="38436778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Shape 17"/>
        <p:cNvGrpSpPr/>
        <p:nvPr/>
      </p:nvGrpSpPr>
      <p:grpSpPr>
        <a:xfrm>
          <a:off x="0" y="0"/>
          <a:ext cx="0" cy="0"/>
          <a:chOff x="0" y="0"/>
          <a:chExt cx="0" cy="0"/>
        </a:xfrm>
      </p:grpSpPr>
      <p:sp>
        <p:nvSpPr>
          <p:cNvPr id="18" name="Shape 18"/>
          <p:cNvSpPr/>
          <p:nvPr/>
        </p:nvSpPr>
        <p:spPr>
          <a:xfrm>
            <a:off x="0" y="0"/>
            <a:ext cx="9144000" cy="3886200"/>
          </a:xfrm>
          <a:prstGeom prst="rect">
            <a:avLst/>
          </a:prstGeom>
          <a:solidFill>
            <a:srgbClr val="007FA3"/>
          </a:solidFill>
          <a:ln w="25400" cap="flat" cmpd="sng">
            <a:solidFill>
              <a:srgbClr val="007FA3"/>
            </a:solidFill>
            <a:prstDash val="solid"/>
            <a:round/>
            <a:headEnd type="none" w="med" len="med"/>
            <a:tailEnd type="none" w="med" len="med"/>
          </a:ln>
        </p:spPr>
        <p:txBody>
          <a:bodyPr lIns="91425" tIns="45700" rIns="91425" bIns="45700" anchor="ctr" anchorCtr="0">
            <a:noAutofit/>
          </a:bodyPr>
          <a:lstStyle/>
          <a:p>
            <a:pPr marL="0" marR="0" lvl="0" indent="0" algn="ctr" rtl="0">
              <a:spcBef>
                <a:spcPts val="0"/>
              </a:spcBef>
              <a:buNone/>
            </a:pPr>
            <a:endParaRPr sz="1800" b="0" i="0" u="none" strike="noStrike" cap="none">
              <a:solidFill>
                <a:schemeClr val="lt1"/>
              </a:solidFill>
              <a:latin typeface="Arial"/>
              <a:ea typeface="Arial"/>
              <a:cs typeface="Arial"/>
              <a:sym typeface="Arial"/>
            </a:endParaRPr>
          </a:p>
        </p:txBody>
      </p:sp>
      <p:sp>
        <p:nvSpPr>
          <p:cNvPr id="19" name="Shape 19"/>
          <p:cNvSpPr txBox="1">
            <a:spLocks noGrp="1"/>
          </p:cNvSpPr>
          <p:nvPr>
            <p:ph type="ctrTitle"/>
          </p:nvPr>
        </p:nvSpPr>
        <p:spPr>
          <a:xfrm>
            <a:off x="685800" y="762000"/>
            <a:ext cx="7772400" cy="2838451"/>
          </a:xfrm>
          <a:prstGeom prst="rect">
            <a:avLst/>
          </a:prstGeom>
          <a:noFill/>
          <a:ln>
            <a:noFill/>
          </a:ln>
        </p:spPr>
        <p:txBody>
          <a:bodyPr lIns="91425" tIns="91425" rIns="91425" bIns="91425" anchor="b" anchorCtr="0"/>
          <a:lstStyle>
            <a:lvl1pPr marL="0" marR="0" lvl="0" indent="0" algn="l" rtl="0">
              <a:lnSpc>
                <a:spcPct val="100000"/>
              </a:lnSpc>
              <a:spcBef>
                <a:spcPts val="0"/>
              </a:spcBef>
              <a:buClr>
                <a:schemeClr val="lt1"/>
              </a:buClr>
              <a:buFont typeface="Times New Roman"/>
              <a:buNone/>
              <a:defRPr sz="3600" b="1" i="0" u="none" strike="noStrike" cap="none">
                <a:solidFill>
                  <a:schemeClr val="lt1"/>
                </a:solidFill>
                <a:latin typeface="Times New Roman"/>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a:p>
        </p:txBody>
      </p:sp>
      <p:sp>
        <p:nvSpPr>
          <p:cNvPr id="20" name="Shape 20"/>
          <p:cNvSpPr txBox="1">
            <a:spLocks noGrp="1"/>
          </p:cNvSpPr>
          <p:nvPr>
            <p:ph type="subTitle" idx="1"/>
          </p:nvPr>
        </p:nvSpPr>
        <p:spPr>
          <a:xfrm>
            <a:off x="674687" y="3962400"/>
            <a:ext cx="7794625" cy="1752600"/>
          </a:xfrm>
          <a:prstGeom prst="rect">
            <a:avLst/>
          </a:prstGeom>
          <a:noFill/>
          <a:ln>
            <a:noFill/>
          </a:ln>
        </p:spPr>
        <p:txBody>
          <a:bodyPr lIns="91425" tIns="91425" rIns="91425" bIns="91425" anchor="t" anchorCtr="0"/>
          <a:lstStyle>
            <a:lvl1pPr marL="0" marR="0" lvl="0" indent="0" algn="l" rtl="0">
              <a:spcBef>
                <a:spcPts val="0"/>
              </a:spcBef>
              <a:buClr>
                <a:srgbClr val="007FA3"/>
              </a:buClr>
              <a:buFont typeface="Arial"/>
              <a:buNone/>
              <a:defRPr sz="1800" b="0" i="0" u="none" strike="noStrike" cap="none">
                <a:solidFill>
                  <a:schemeClr val="dk1"/>
                </a:solidFill>
                <a:latin typeface="Arial"/>
                <a:ea typeface="Arial"/>
                <a:cs typeface="Arial"/>
                <a:sym typeface="Arial"/>
              </a:defRPr>
            </a:lvl1pPr>
            <a:lvl2pPr marL="457200" marR="0" lvl="1" indent="0" algn="ctr" rtl="0">
              <a:spcBef>
                <a:spcPts val="600"/>
              </a:spcBef>
              <a:buClr>
                <a:srgbClr val="007FA3"/>
              </a:buClr>
              <a:buFont typeface="Arial"/>
              <a:buNone/>
              <a:defRPr sz="1600" b="0" i="0" u="none" strike="noStrike" cap="none">
                <a:solidFill>
                  <a:srgbClr val="888888"/>
                </a:solidFill>
                <a:latin typeface="Arial"/>
                <a:ea typeface="Arial"/>
                <a:cs typeface="Arial"/>
                <a:sym typeface="Arial"/>
              </a:defRPr>
            </a:lvl2pPr>
            <a:lvl3pPr marL="914400" marR="0" lvl="2" indent="0" algn="ctr" rtl="0">
              <a:spcBef>
                <a:spcPts val="600"/>
              </a:spcBef>
              <a:buClr>
                <a:srgbClr val="007FA3"/>
              </a:buClr>
              <a:buFont typeface="Noto Sans Symbols"/>
              <a:buNone/>
              <a:defRPr sz="1600" b="0" i="0" u="none" strike="noStrike" cap="none">
                <a:solidFill>
                  <a:srgbClr val="888888"/>
                </a:solidFill>
                <a:latin typeface="Arial"/>
                <a:ea typeface="Arial"/>
                <a:cs typeface="Arial"/>
                <a:sym typeface="Arial"/>
              </a:defRPr>
            </a:lvl3pPr>
            <a:lvl4pPr marL="1371600" marR="0" lvl="3" indent="0" algn="ctr" rtl="0">
              <a:spcBef>
                <a:spcPts val="600"/>
              </a:spcBef>
              <a:buClr>
                <a:srgbClr val="007FA3"/>
              </a:buClr>
              <a:buFont typeface="Arial"/>
              <a:buNone/>
              <a:defRPr sz="1600" b="0" i="0" u="none" strike="noStrike" cap="none">
                <a:solidFill>
                  <a:srgbClr val="888888"/>
                </a:solidFill>
                <a:latin typeface="Arial"/>
                <a:ea typeface="Arial"/>
                <a:cs typeface="Arial"/>
                <a:sym typeface="Arial"/>
              </a:defRPr>
            </a:lvl4pPr>
            <a:lvl5pPr marL="1828800" marR="0" lvl="4" indent="0" algn="ctr" rtl="0">
              <a:spcBef>
                <a:spcPts val="600"/>
              </a:spcBef>
              <a:buClr>
                <a:srgbClr val="007FA3"/>
              </a:buClr>
              <a:buFont typeface="Arial"/>
              <a:buNone/>
              <a:defRPr sz="1600" b="0" i="0" u="none" strike="noStrike" cap="none">
                <a:solidFill>
                  <a:srgbClr val="888888"/>
                </a:solidFill>
                <a:latin typeface="Arial"/>
                <a:ea typeface="Arial"/>
                <a:cs typeface="Arial"/>
                <a:sym typeface="Arial"/>
              </a:defRPr>
            </a:lvl5pPr>
            <a:lvl6pPr marL="2286000" marR="0" lvl="5" indent="0" algn="ctr" rtl="0">
              <a:spcBef>
                <a:spcPts val="300"/>
              </a:spcBef>
              <a:buClr>
                <a:srgbClr val="007FA3"/>
              </a:buClr>
              <a:buFont typeface="Arial"/>
              <a:buNone/>
              <a:defRPr sz="1600" b="0" i="0" u="none" strike="noStrike" cap="none">
                <a:solidFill>
                  <a:srgbClr val="888888"/>
                </a:solidFill>
                <a:latin typeface="Arial"/>
                <a:ea typeface="Arial"/>
                <a:cs typeface="Arial"/>
                <a:sym typeface="Arial"/>
              </a:defRPr>
            </a:lvl6pPr>
            <a:lvl7pPr marL="2743200" marR="0" lvl="6" indent="0" algn="ctr" rtl="0">
              <a:spcBef>
                <a:spcPts val="300"/>
              </a:spcBef>
              <a:buClr>
                <a:srgbClr val="007FA3"/>
              </a:buClr>
              <a:buFont typeface="Arial"/>
              <a:buNone/>
              <a:defRPr sz="1600" b="0" i="0" u="none" strike="noStrike" cap="none">
                <a:solidFill>
                  <a:srgbClr val="888888"/>
                </a:solidFill>
                <a:latin typeface="Arial"/>
                <a:ea typeface="Arial"/>
                <a:cs typeface="Arial"/>
                <a:sym typeface="Arial"/>
              </a:defRPr>
            </a:lvl7pPr>
            <a:lvl8pPr marL="3200400" marR="0" lvl="7" indent="0" algn="ctr" rtl="0">
              <a:spcBef>
                <a:spcPts val="300"/>
              </a:spcBef>
              <a:buClr>
                <a:srgbClr val="007FA3"/>
              </a:buClr>
              <a:buFont typeface="Arial"/>
              <a:buNone/>
              <a:defRPr sz="1600" b="0" i="0" u="none" strike="noStrike" cap="none">
                <a:solidFill>
                  <a:srgbClr val="888888"/>
                </a:solidFill>
                <a:latin typeface="Arial"/>
                <a:ea typeface="Arial"/>
                <a:cs typeface="Arial"/>
                <a:sym typeface="Arial"/>
              </a:defRPr>
            </a:lvl8pPr>
            <a:lvl9pPr marL="3657600" marR="0" lvl="8" indent="0" algn="ctr" rtl="0">
              <a:spcBef>
                <a:spcPts val="300"/>
              </a:spcBef>
              <a:buClr>
                <a:srgbClr val="007FA3"/>
              </a:buClr>
              <a:buFont typeface="Arial"/>
              <a:buNone/>
              <a:defRPr sz="1600" b="0" i="0" u="none" strike="noStrike" cap="none">
                <a:solidFill>
                  <a:srgbClr val="888888"/>
                </a:solidFill>
                <a:latin typeface="Arial"/>
                <a:ea typeface="Arial"/>
                <a:cs typeface="Arial"/>
                <a:sym typeface="Arial"/>
              </a:defRPr>
            </a:lvl9pPr>
          </a:lstStyle>
          <a:p>
            <a:endParaRPr dirty="0"/>
          </a:p>
        </p:txBody>
      </p:sp>
      <p:sp>
        <p:nvSpPr>
          <p:cNvPr id="21" name="Shape 21"/>
          <p:cNvSpPr txBox="1">
            <a:spLocks noGrp="1"/>
          </p:cNvSpPr>
          <p:nvPr>
            <p:ph type="ftr" idx="11"/>
          </p:nvPr>
        </p:nvSpPr>
        <p:spPr>
          <a:xfrm>
            <a:off x="93969" y="6172200"/>
            <a:ext cx="8595359" cy="235462"/>
          </a:xfrm>
          <a:prstGeom prst="rect">
            <a:avLst/>
          </a:prstGeom>
          <a:noFill/>
          <a:ln>
            <a:noFill/>
          </a:ln>
        </p:spPr>
        <p:txBody>
          <a:bodyPr lIns="91425" tIns="91425" rIns="91425" bIns="91425" anchor="b" anchorCtr="0"/>
          <a:lstStyle>
            <a:lvl1pPr marL="0" marR="0" lvl="0" indent="0" algn="l" rtl="0">
              <a:spcBef>
                <a:spcPts val="0"/>
              </a:spcBef>
              <a:buNone/>
              <a:defRPr sz="11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dirty="0"/>
          </a:p>
        </p:txBody>
      </p:sp>
      <p:sp>
        <p:nvSpPr>
          <p:cNvPr id="22" name="Shape 22"/>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lt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23" name="Shape 23"/>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32457349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igure + Caption">
    <p:spTree>
      <p:nvGrpSpPr>
        <p:cNvPr id="1" name="Shape 53"/>
        <p:cNvGrpSpPr/>
        <p:nvPr/>
      </p:nvGrpSpPr>
      <p:grpSpPr>
        <a:xfrm>
          <a:off x="0" y="0"/>
          <a:ext cx="0" cy="0"/>
          <a:chOff x="0" y="0"/>
          <a:chExt cx="0" cy="0"/>
        </a:xfrm>
      </p:grpSpPr>
      <p:sp>
        <p:nvSpPr>
          <p:cNvPr id="54" name="Shape 54"/>
          <p:cNvSpPr txBox="1">
            <a:spLocks noGrp="1"/>
          </p:cNvSpPr>
          <p:nvPr>
            <p:ph type="title"/>
          </p:nvPr>
        </p:nvSpPr>
        <p:spPr>
          <a:xfrm>
            <a:off x="457200" y="228600"/>
            <a:ext cx="8229600" cy="1066799"/>
          </a:xfrm>
          <a:prstGeom prst="rect">
            <a:avLst/>
          </a:prstGeom>
          <a:noFill/>
          <a:ln>
            <a:noFill/>
          </a:ln>
        </p:spPr>
        <p:txBody>
          <a:bodyPr lIns="91425" tIns="91425" rIns="91425" bIns="91425" anchor="t"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Times New Roman"/>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a:p>
        </p:txBody>
      </p:sp>
      <p:sp>
        <p:nvSpPr>
          <p:cNvPr id="55" name="Shape 55"/>
          <p:cNvSpPr txBox="1">
            <a:spLocks noGrp="1"/>
          </p:cNvSpPr>
          <p:nvPr>
            <p:ph type="body" idx="1"/>
          </p:nvPr>
        </p:nvSpPr>
        <p:spPr>
          <a:xfrm>
            <a:off x="457200" y="5368160"/>
            <a:ext cx="8229600" cy="916856"/>
          </a:xfrm>
          <a:prstGeom prst="rect">
            <a:avLst/>
          </a:prstGeom>
          <a:noFill/>
          <a:ln>
            <a:noFill/>
          </a:ln>
        </p:spPr>
        <p:txBody>
          <a:bodyPr lIns="91425" tIns="91425" rIns="91425" bIns="91425" anchor="b" anchorCtr="0"/>
          <a:lstStyle>
            <a:lvl1pPr marL="0" marR="0" lvl="0" indent="0" algn="l" rtl="0">
              <a:spcBef>
                <a:spcPts val="0"/>
              </a:spcBef>
              <a:buClr>
                <a:srgbClr val="007FA3"/>
              </a:buClr>
              <a:buFont typeface="Arial"/>
              <a:buNone/>
              <a:defRPr sz="800" b="0" i="0" u="none" strike="noStrike" cap="none">
                <a:solidFill>
                  <a:schemeClr val="dk1"/>
                </a:solidFill>
                <a:latin typeface="Arial"/>
                <a:ea typeface="Arial"/>
                <a:cs typeface="Arial"/>
                <a:sym typeface="Arial"/>
              </a:defRPr>
            </a:lvl1pPr>
            <a:lvl2pPr marL="0" marR="0" lvl="1"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2pPr>
            <a:lvl3pPr marL="0" marR="0" lvl="2" indent="0" algn="l" rtl="0">
              <a:spcBef>
                <a:spcPts val="0"/>
              </a:spcBef>
              <a:buClr>
                <a:srgbClr val="007FA3"/>
              </a:buClr>
              <a:buFont typeface="Noto Sans Symbols"/>
              <a:buNone/>
              <a:defRPr sz="1600" b="0" i="0" u="none" strike="noStrike" cap="none">
                <a:solidFill>
                  <a:schemeClr val="dk1"/>
                </a:solidFill>
                <a:latin typeface="Arial"/>
                <a:ea typeface="Arial"/>
                <a:cs typeface="Arial"/>
                <a:sym typeface="Arial"/>
              </a:defRPr>
            </a:lvl3pPr>
            <a:lvl4pPr marL="0" marR="0" lvl="3"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4pPr>
            <a:lvl5pPr marL="0" marR="0" lvl="4"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5pPr>
            <a:lvl6pPr marL="0" marR="0" lvl="5"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6pPr>
            <a:lvl7pPr marL="0" marR="0" lvl="6"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7pPr>
            <a:lvl8pPr marL="0" marR="0" lvl="7"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8pPr>
            <a:lvl9pPr marL="0" marR="0" lvl="8"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9pPr>
          </a:lstStyle>
          <a:p>
            <a:endParaRPr/>
          </a:p>
        </p:txBody>
      </p:sp>
      <p:sp>
        <p:nvSpPr>
          <p:cNvPr id="56" name="Shape 56"/>
          <p:cNvSpPr txBox="1">
            <a:spLocks noGrp="1"/>
          </p:cNvSpPr>
          <p:nvPr>
            <p:ph type="ftr" idx="11"/>
          </p:nvPr>
        </p:nvSpPr>
        <p:spPr>
          <a:xfrm>
            <a:off x="93969" y="6172200"/>
            <a:ext cx="8595359" cy="235462"/>
          </a:xfrm>
          <a:prstGeom prst="rect">
            <a:avLst/>
          </a:prstGeom>
          <a:noFill/>
          <a:ln>
            <a:noFill/>
          </a:ln>
        </p:spPr>
        <p:txBody>
          <a:bodyPr lIns="91425" tIns="91425" rIns="91425" bIns="91425" anchor="b" anchorCtr="0"/>
          <a:lstStyle>
            <a:lvl1pPr marL="0" marR="0" lvl="0" indent="0" algn="l" rtl="0">
              <a:spcBef>
                <a:spcPts val="0"/>
              </a:spcBef>
              <a:buNone/>
              <a:defRPr sz="11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57" name="Shape 57"/>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58" name="Shape 58"/>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dk1"/>
                </a:solidFill>
                <a:latin typeface="Arial"/>
                <a:ea typeface="Arial"/>
                <a:cs typeface="Arial"/>
                <a:sym typeface="Arial"/>
              </a:rPr>
              <a:t>‹#›</a:t>
            </a:fld>
            <a:endParaRPr lang="en-US" sz="900" b="0" i="0" u="none" strike="noStrike" cap="none">
              <a:solidFill>
                <a:schemeClr val="dk1"/>
              </a:solidFill>
              <a:latin typeface="Arial"/>
              <a:ea typeface="Arial"/>
              <a:cs typeface="Arial"/>
              <a:sym typeface="Arial"/>
            </a:endParaRPr>
          </a:p>
        </p:txBody>
      </p:sp>
    </p:spTree>
    <p:extLst>
      <p:ext uri="{BB962C8B-B14F-4D97-AF65-F5344CB8AC3E}">
        <p14:creationId xmlns:p14="http://schemas.microsoft.com/office/powerpoint/2010/main" val="28263026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Content">
    <p:spTree>
      <p:nvGrpSpPr>
        <p:cNvPr id="1" name="Shape 24"/>
        <p:cNvGrpSpPr/>
        <p:nvPr/>
      </p:nvGrpSpPr>
      <p:grpSpPr>
        <a:xfrm>
          <a:off x="0" y="0"/>
          <a:ext cx="0" cy="0"/>
          <a:chOff x="0" y="0"/>
          <a:chExt cx="0" cy="0"/>
        </a:xfrm>
      </p:grpSpPr>
      <p:sp>
        <p:nvSpPr>
          <p:cNvPr id="25" name="Title 1"/>
          <p:cNvSpPr txBox="1">
            <a:spLocks noGrp="1"/>
          </p:cNvSpPr>
          <p:nvPr>
            <p:ph type="title"/>
          </p:nvPr>
        </p:nvSpPr>
        <p:spPr>
          <a:xfrm>
            <a:off x="457200" y="215371"/>
            <a:ext cx="8229600" cy="1097279"/>
          </a:xfrm>
          <a:prstGeom prst="rect">
            <a:avLst/>
          </a:prstGeom>
          <a:noFill/>
          <a:ln>
            <a:noFill/>
          </a:ln>
        </p:spPr>
        <p:txBody>
          <a:bodyPr lIns="91425" tIns="91425" rIns="91425" bIns="91425" anchor="b"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Times New Roman"/>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dirty="0"/>
          </a:p>
        </p:txBody>
      </p:sp>
      <p:sp>
        <p:nvSpPr>
          <p:cNvPr id="26" name="Content Placeholder"/>
          <p:cNvSpPr txBox="1">
            <a:spLocks noGrp="1"/>
          </p:cNvSpPr>
          <p:nvPr>
            <p:ph type="body" idx="1"/>
          </p:nvPr>
        </p:nvSpPr>
        <p:spPr>
          <a:xfrm>
            <a:off x="457200" y="1600200"/>
            <a:ext cx="8229600" cy="4525963"/>
          </a:xfrm>
          <a:prstGeom prst="rect">
            <a:avLst/>
          </a:prstGeom>
          <a:noFill/>
          <a:ln>
            <a:noFill/>
          </a:ln>
        </p:spPr>
        <p:txBody>
          <a:bodyPr lIns="91425" tIns="91425" rIns="91425" bIns="91425" anchor="t" anchorCtr="0"/>
          <a:lstStyle>
            <a:lvl1pPr marL="255600" marR="0" lvl="0" indent="-255600" algn="l" rtl="0">
              <a:spcBef>
                <a:spcPts val="1500"/>
              </a:spcBef>
              <a:buClr>
                <a:srgbClr val="007FA3"/>
              </a:buClr>
              <a:buSzPct val="100000"/>
              <a:buFont typeface="Arial" panose="020B0604020202020204" pitchFamily="34" charset="0"/>
              <a:buChar char="•"/>
              <a:tabLst>
                <a:tab pos="176213" algn="l"/>
              </a:tabLst>
              <a:defRPr sz="1600" b="0" i="0" u="none" strike="noStrike" cap="none">
                <a:solidFill>
                  <a:schemeClr val="dk1"/>
                </a:solidFill>
                <a:latin typeface="Arial"/>
                <a:ea typeface="Arial"/>
                <a:cs typeface="Arial"/>
                <a:sym typeface="Arial"/>
              </a:defRPr>
            </a:lvl1pPr>
            <a:lvl2pPr marL="742950" marR="0" lvl="1" indent="-283464"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2pPr>
            <a:lvl3pPr marL="1143000" marR="0" lvl="2" indent="-228600" algn="l" rtl="0">
              <a:spcBef>
                <a:spcPts val="600"/>
              </a:spcBef>
              <a:buClr>
                <a:srgbClr val="007FA3"/>
              </a:buClr>
              <a:buSzPct val="100000"/>
              <a:buFont typeface="Noto Sans Symbols"/>
              <a:buChar char="▪"/>
              <a:defRPr sz="1600" b="0" i="0" u="none" strike="noStrike" cap="none">
                <a:solidFill>
                  <a:schemeClr val="dk1"/>
                </a:solidFill>
                <a:latin typeface="Arial"/>
                <a:ea typeface="Arial"/>
                <a:cs typeface="Arial"/>
                <a:sym typeface="Arial"/>
              </a:defRPr>
            </a:lvl3pPr>
            <a:lvl4pPr marL="1600200" marR="0" lvl="3"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4pPr>
            <a:lvl5pPr marL="2057400" marR="0" lvl="4"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5pPr>
            <a:lvl6pPr marL="2514600" marR="0" lvl="5"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6pPr>
            <a:lvl7pPr marL="2971800" marR="0" lvl="6"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7pPr>
            <a:lvl8pPr marL="3429000" marR="0" lvl="7"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8pPr>
            <a:lvl9pPr marL="3886200" marR="0" lvl="8"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9pPr>
          </a:lstStyle>
          <a:p>
            <a:endParaRPr lang="en-IN" dirty="0"/>
          </a:p>
          <a:p>
            <a:pPr lvl="1"/>
            <a:endParaRPr lang="en-IN" dirty="0"/>
          </a:p>
          <a:p>
            <a:pPr lvl="2"/>
            <a:endParaRPr lang="en-IN"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le and 5 Content">
    <p:spTree>
      <p:nvGrpSpPr>
        <p:cNvPr id="1" name="Shape 24"/>
        <p:cNvGrpSpPr/>
        <p:nvPr/>
      </p:nvGrpSpPr>
      <p:grpSpPr>
        <a:xfrm>
          <a:off x="0" y="0"/>
          <a:ext cx="0" cy="0"/>
          <a:chOff x="0" y="0"/>
          <a:chExt cx="0" cy="0"/>
        </a:xfrm>
      </p:grpSpPr>
      <p:sp>
        <p:nvSpPr>
          <p:cNvPr id="25" name="Title 1"/>
          <p:cNvSpPr txBox="1">
            <a:spLocks noGrp="1"/>
          </p:cNvSpPr>
          <p:nvPr>
            <p:ph type="title"/>
          </p:nvPr>
        </p:nvSpPr>
        <p:spPr>
          <a:xfrm>
            <a:off x="457200" y="215371"/>
            <a:ext cx="8229600" cy="1097279"/>
          </a:xfrm>
          <a:prstGeom prst="rect">
            <a:avLst/>
          </a:prstGeom>
          <a:noFill/>
          <a:ln>
            <a:noFill/>
          </a:ln>
        </p:spPr>
        <p:txBody>
          <a:bodyPr lIns="91425" tIns="91425" rIns="91425" bIns="91425" anchor="b"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Times New Roman"/>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dirty="0"/>
          </a:p>
        </p:txBody>
      </p:sp>
      <p:sp>
        <p:nvSpPr>
          <p:cNvPr id="26" name="Content Placeholder 1"/>
          <p:cNvSpPr txBox="1">
            <a:spLocks noGrp="1"/>
          </p:cNvSpPr>
          <p:nvPr>
            <p:ph type="body" idx="1"/>
          </p:nvPr>
        </p:nvSpPr>
        <p:spPr>
          <a:xfrm>
            <a:off x="457200" y="1600201"/>
            <a:ext cx="8229600" cy="533400"/>
          </a:xfrm>
          <a:prstGeom prst="rect">
            <a:avLst/>
          </a:prstGeom>
          <a:noFill/>
          <a:ln>
            <a:noFill/>
          </a:ln>
        </p:spPr>
        <p:txBody>
          <a:bodyPr lIns="91425" tIns="91425" rIns="91425" bIns="91425" anchor="t" anchorCtr="0"/>
          <a:lstStyle>
            <a:lvl1pPr marL="255600" marR="0" lvl="0" indent="-255600" algn="l" rtl="0">
              <a:spcBef>
                <a:spcPts val="1500"/>
              </a:spcBef>
              <a:buClr>
                <a:srgbClr val="007FA3"/>
              </a:buClr>
              <a:buSzPct val="100000"/>
              <a:buFont typeface="Arial" panose="020B0604020202020204" pitchFamily="34" charset="0"/>
              <a:buChar char="•"/>
              <a:defRPr sz="1600" b="0" i="0" u="none" strike="noStrike" cap="none">
                <a:solidFill>
                  <a:schemeClr val="dk1"/>
                </a:solidFill>
                <a:latin typeface="Arial"/>
                <a:ea typeface="Arial"/>
                <a:cs typeface="Arial"/>
                <a:sym typeface="Arial"/>
              </a:defRPr>
            </a:lvl1pPr>
            <a:lvl2pPr marL="742950" marR="0" lvl="1" indent="-18415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2pPr>
            <a:lvl3pPr marL="1143000" marR="0" lvl="2" indent="-127000" algn="l" rtl="0">
              <a:spcBef>
                <a:spcPts val="600"/>
              </a:spcBef>
              <a:buClr>
                <a:srgbClr val="007FA3"/>
              </a:buClr>
              <a:buSzPct val="100000"/>
              <a:buFont typeface="Noto Sans Symbols"/>
              <a:buChar char="▪"/>
              <a:defRPr sz="1600" b="0" i="0" u="none" strike="noStrike" cap="none">
                <a:solidFill>
                  <a:schemeClr val="dk1"/>
                </a:solidFill>
                <a:latin typeface="Arial"/>
                <a:ea typeface="Arial"/>
                <a:cs typeface="Arial"/>
                <a:sym typeface="Arial"/>
              </a:defRPr>
            </a:lvl3pPr>
            <a:lvl4pPr marL="1600200" marR="0" lvl="3"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4pPr>
            <a:lvl5pPr marL="2057400" marR="0" lvl="4"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5pPr>
            <a:lvl6pPr marL="2514600" marR="0" lvl="5"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6pPr>
            <a:lvl7pPr marL="2971800" marR="0" lvl="6"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7pPr>
            <a:lvl8pPr marL="3429000" marR="0" lvl="7"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8pPr>
            <a:lvl9pPr marL="3886200" marR="0" lvl="8"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9pPr>
          </a:lstStyle>
          <a:p>
            <a:endParaRPr lang="en-IN" dirty="0"/>
          </a:p>
        </p:txBody>
      </p:sp>
      <p:sp>
        <p:nvSpPr>
          <p:cNvPr id="3" name="Content Placeholder 2"/>
          <p:cNvSpPr>
            <a:spLocks noGrp="1"/>
          </p:cNvSpPr>
          <p:nvPr>
            <p:ph sz="quarter" idx="13"/>
          </p:nvPr>
        </p:nvSpPr>
        <p:spPr>
          <a:xfrm>
            <a:off x="457200" y="2278063"/>
            <a:ext cx="8229600" cy="558800"/>
          </a:xfrm>
        </p:spPr>
        <p:txBody>
          <a:bodyPr/>
          <a:lstStyle>
            <a:lvl1pPr indent="-255600">
              <a:defRPr/>
            </a:lvl1pPr>
            <a:lvl2pPr indent="-283464">
              <a:defRPr/>
            </a:lvl2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5" name="Content Placeholder 4"/>
          <p:cNvSpPr>
            <a:spLocks noGrp="1"/>
          </p:cNvSpPr>
          <p:nvPr>
            <p:ph sz="quarter" idx="14"/>
          </p:nvPr>
        </p:nvSpPr>
        <p:spPr>
          <a:xfrm>
            <a:off x="457200" y="2954338"/>
            <a:ext cx="8232775" cy="609600"/>
          </a:xfrm>
        </p:spPr>
        <p:txBody>
          <a:bodyPr/>
          <a:lstStyle>
            <a:lvl1pPr indent="-255600">
              <a:defRPr/>
            </a:lvl1pPr>
            <a:lvl2pPr indent="-283464">
              <a:defRPr/>
            </a:lvl2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7" name="Content Placeholder 6"/>
          <p:cNvSpPr>
            <a:spLocks noGrp="1"/>
          </p:cNvSpPr>
          <p:nvPr>
            <p:ph sz="quarter" idx="15"/>
          </p:nvPr>
        </p:nvSpPr>
        <p:spPr>
          <a:xfrm>
            <a:off x="457200" y="3733800"/>
            <a:ext cx="8229600" cy="550863"/>
          </a:xfrm>
        </p:spPr>
        <p:txBody>
          <a:bodyPr/>
          <a:lstStyle>
            <a:lvl1pPr marL="255588" indent="-255588">
              <a:defRPr/>
            </a:lvl1pPr>
            <a:lvl2pPr indent="-283464">
              <a:defRPr/>
            </a:lvl2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9" name="Content Placeholder 8"/>
          <p:cNvSpPr>
            <a:spLocks noGrp="1"/>
          </p:cNvSpPr>
          <p:nvPr>
            <p:ph sz="quarter" idx="16"/>
          </p:nvPr>
        </p:nvSpPr>
        <p:spPr>
          <a:xfrm>
            <a:off x="457200" y="4427538"/>
            <a:ext cx="8229600" cy="652462"/>
          </a:xfrm>
        </p:spPr>
        <p:txBody>
          <a:bodyPr/>
          <a:lstStyle>
            <a:lvl1pPr marL="255588" indent="-255588">
              <a:defRPr/>
            </a:lvl1pPr>
            <a:lvl2pPr indent="-283464">
              <a:defRPr/>
            </a:lvl2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11" name="Content Placeholder 10"/>
          <p:cNvSpPr>
            <a:spLocks noGrp="1"/>
          </p:cNvSpPr>
          <p:nvPr>
            <p:ph sz="quarter" idx="17"/>
          </p:nvPr>
        </p:nvSpPr>
        <p:spPr>
          <a:xfrm>
            <a:off x="457200" y="5181600"/>
            <a:ext cx="8229600" cy="500063"/>
          </a:xfrm>
        </p:spPr>
        <p:txBody>
          <a:bodyPr/>
          <a:lstStyle>
            <a:lvl1pPr marL="255588" indent="-255588">
              <a:defRPr/>
            </a:lvl1pPr>
            <a:lvl2pPr indent="-283464">
              <a:defRPr/>
            </a:lvl2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Tree>
    <p:extLst>
      <p:ext uri="{BB962C8B-B14F-4D97-AF65-F5344CB8AC3E}">
        <p14:creationId xmlns:p14="http://schemas.microsoft.com/office/powerpoint/2010/main" val="34289802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Title and 5 Content">
    <p:spTree>
      <p:nvGrpSpPr>
        <p:cNvPr id="1" name="Shape 24"/>
        <p:cNvGrpSpPr/>
        <p:nvPr/>
      </p:nvGrpSpPr>
      <p:grpSpPr>
        <a:xfrm>
          <a:off x="0" y="0"/>
          <a:ext cx="0" cy="0"/>
          <a:chOff x="0" y="0"/>
          <a:chExt cx="0" cy="0"/>
        </a:xfrm>
      </p:grpSpPr>
      <p:sp>
        <p:nvSpPr>
          <p:cNvPr id="25" name="Title 1"/>
          <p:cNvSpPr txBox="1">
            <a:spLocks noGrp="1"/>
          </p:cNvSpPr>
          <p:nvPr>
            <p:ph type="title"/>
          </p:nvPr>
        </p:nvSpPr>
        <p:spPr>
          <a:xfrm>
            <a:off x="457200" y="215371"/>
            <a:ext cx="8229600" cy="1097279"/>
          </a:xfrm>
          <a:prstGeom prst="rect">
            <a:avLst/>
          </a:prstGeom>
          <a:noFill/>
          <a:ln>
            <a:noFill/>
          </a:ln>
        </p:spPr>
        <p:txBody>
          <a:bodyPr lIns="91425" tIns="91425" rIns="91425" bIns="91425" anchor="b"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Times New Roman"/>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dirty="0"/>
          </a:p>
        </p:txBody>
      </p:sp>
      <p:sp>
        <p:nvSpPr>
          <p:cNvPr id="26" name="Content Placeholder 1"/>
          <p:cNvSpPr txBox="1">
            <a:spLocks noGrp="1"/>
          </p:cNvSpPr>
          <p:nvPr>
            <p:ph type="body" idx="1"/>
          </p:nvPr>
        </p:nvSpPr>
        <p:spPr>
          <a:xfrm>
            <a:off x="457200" y="1600201"/>
            <a:ext cx="8229600" cy="533400"/>
          </a:xfrm>
          <a:prstGeom prst="rect">
            <a:avLst/>
          </a:prstGeom>
          <a:noFill/>
          <a:ln>
            <a:noFill/>
          </a:ln>
        </p:spPr>
        <p:txBody>
          <a:bodyPr lIns="91425" tIns="91425" rIns="91425" bIns="91425" anchor="t" anchorCtr="0"/>
          <a:lstStyle>
            <a:lvl1pPr marL="255600" marR="0" lvl="0" indent="-255600" algn="l" rtl="0">
              <a:spcBef>
                <a:spcPts val="1500"/>
              </a:spcBef>
              <a:buClr>
                <a:srgbClr val="007FA3"/>
              </a:buClr>
              <a:buSzPct val="100000"/>
              <a:buFont typeface="Arial" panose="020B0604020202020204" pitchFamily="34" charset="0"/>
              <a:buChar char="•"/>
              <a:defRPr sz="1600" b="0" i="0" u="none" strike="noStrike" cap="none">
                <a:solidFill>
                  <a:schemeClr val="dk1"/>
                </a:solidFill>
                <a:latin typeface="Arial"/>
                <a:ea typeface="Arial"/>
                <a:cs typeface="Arial"/>
                <a:sym typeface="Arial"/>
              </a:defRPr>
            </a:lvl1pPr>
            <a:lvl2pPr marL="742950" marR="0" lvl="1" indent="-18415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2pPr>
            <a:lvl3pPr marL="1143000" marR="0" lvl="2" indent="-127000" algn="l" rtl="0">
              <a:spcBef>
                <a:spcPts val="600"/>
              </a:spcBef>
              <a:buClr>
                <a:srgbClr val="007FA3"/>
              </a:buClr>
              <a:buSzPct val="100000"/>
              <a:buFont typeface="Noto Sans Symbols"/>
              <a:buChar char="▪"/>
              <a:defRPr sz="1600" b="0" i="0" u="none" strike="noStrike" cap="none">
                <a:solidFill>
                  <a:schemeClr val="dk1"/>
                </a:solidFill>
                <a:latin typeface="Arial"/>
                <a:ea typeface="Arial"/>
                <a:cs typeface="Arial"/>
                <a:sym typeface="Arial"/>
              </a:defRPr>
            </a:lvl3pPr>
            <a:lvl4pPr marL="1600200" marR="0" lvl="3"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4pPr>
            <a:lvl5pPr marL="2057400" marR="0" lvl="4"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5pPr>
            <a:lvl6pPr marL="2514600" marR="0" lvl="5"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6pPr>
            <a:lvl7pPr marL="2971800" marR="0" lvl="6"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7pPr>
            <a:lvl8pPr marL="3429000" marR="0" lvl="7"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8pPr>
            <a:lvl9pPr marL="3886200" marR="0" lvl="8"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9pPr>
          </a:lstStyle>
          <a:p>
            <a:endParaRPr lang="en-IN" dirty="0"/>
          </a:p>
        </p:txBody>
      </p:sp>
      <p:sp>
        <p:nvSpPr>
          <p:cNvPr id="3" name="Content Placeholder 2"/>
          <p:cNvSpPr>
            <a:spLocks noGrp="1"/>
          </p:cNvSpPr>
          <p:nvPr>
            <p:ph sz="quarter" idx="13"/>
          </p:nvPr>
        </p:nvSpPr>
        <p:spPr>
          <a:xfrm>
            <a:off x="457200" y="2278063"/>
            <a:ext cx="8229600" cy="558800"/>
          </a:xfrm>
        </p:spPr>
        <p:txBody>
          <a:bodyPr/>
          <a:lstStyle>
            <a:lvl1pPr indent="-255600">
              <a:defRPr/>
            </a:lvl1pPr>
            <a:lvl2pPr indent="-283464">
              <a:defRPr/>
            </a:lvl2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5" name="Content Placeholder 4"/>
          <p:cNvSpPr>
            <a:spLocks noGrp="1"/>
          </p:cNvSpPr>
          <p:nvPr>
            <p:ph sz="quarter" idx="14"/>
          </p:nvPr>
        </p:nvSpPr>
        <p:spPr>
          <a:xfrm>
            <a:off x="457200" y="2954338"/>
            <a:ext cx="8232775" cy="609600"/>
          </a:xfrm>
        </p:spPr>
        <p:txBody>
          <a:bodyPr/>
          <a:lstStyle>
            <a:lvl1pPr indent="-255600">
              <a:defRPr/>
            </a:lvl1pPr>
            <a:lvl2pPr indent="-283464">
              <a:defRPr/>
            </a:lvl2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7" name="Content Placeholder 6"/>
          <p:cNvSpPr>
            <a:spLocks noGrp="1"/>
          </p:cNvSpPr>
          <p:nvPr>
            <p:ph sz="quarter" idx="15"/>
          </p:nvPr>
        </p:nvSpPr>
        <p:spPr>
          <a:xfrm>
            <a:off x="457200" y="3733800"/>
            <a:ext cx="8229600" cy="550863"/>
          </a:xfrm>
        </p:spPr>
        <p:txBody>
          <a:bodyPr/>
          <a:lstStyle>
            <a:lvl1pPr marL="255588" indent="-255588">
              <a:defRPr/>
            </a:lvl1pPr>
            <a:lvl2pPr indent="-283464">
              <a:defRPr/>
            </a:lvl2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9" name="Content Placeholder 8"/>
          <p:cNvSpPr>
            <a:spLocks noGrp="1"/>
          </p:cNvSpPr>
          <p:nvPr>
            <p:ph sz="quarter" idx="16"/>
          </p:nvPr>
        </p:nvSpPr>
        <p:spPr>
          <a:xfrm>
            <a:off x="457200" y="4427538"/>
            <a:ext cx="8229600" cy="652462"/>
          </a:xfrm>
        </p:spPr>
        <p:txBody>
          <a:bodyPr/>
          <a:lstStyle>
            <a:lvl1pPr marL="255588" indent="-255588">
              <a:defRPr/>
            </a:lvl1pPr>
            <a:lvl2pPr indent="-283464">
              <a:defRPr/>
            </a:lvl2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11" name="Content Placeholder 10"/>
          <p:cNvSpPr>
            <a:spLocks noGrp="1"/>
          </p:cNvSpPr>
          <p:nvPr>
            <p:ph sz="quarter" idx="17"/>
          </p:nvPr>
        </p:nvSpPr>
        <p:spPr>
          <a:xfrm>
            <a:off x="457200" y="5181600"/>
            <a:ext cx="8229600" cy="500063"/>
          </a:xfrm>
        </p:spPr>
        <p:txBody>
          <a:bodyPr/>
          <a:lstStyle>
            <a:lvl1pPr marL="255588" indent="-255588">
              <a:defRPr/>
            </a:lvl1pPr>
            <a:lvl2pPr indent="-283464">
              <a:defRPr/>
            </a:lvl2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4" name="Content Placeholder 3"/>
          <p:cNvSpPr>
            <a:spLocks noGrp="1"/>
          </p:cNvSpPr>
          <p:nvPr>
            <p:ph sz="quarter" idx="18"/>
          </p:nvPr>
        </p:nvSpPr>
        <p:spPr>
          <a:xfrm>
            <a:off x="457200" y="5811838"/>
            <a:ext cx="8229600" cy="457200"/>
          </a:xfrm>
        </p:spPr>
        <p:txBody>
          <a:bodyPr/>
          <a:lstStyle>
            <a:lvl2pPr indent="-283464">
              <a:defRPr/>
            </a:lvl2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Content Placeholder 7"/>
          <p:cNvSpPr>
            <a:spLocks noGrp="1"/>
          </p:cNvSpPr>
          <p:nvPr>
            <p:ph sz="quarter" idx="19"/>
          </p:nvPr>
        </p:nvSpPr>
        <p:spPr>
          <a:xfrm>
            <a:off x="3657601" y="6418263"/>
            <a:ext cx="479834" cy="29845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11"/>
          <p:cNvSpPr>
            <a:spLocks noGrp="1"/>
          </p:cNvSpPr>
          <p:nvPr>
            <p:ph sz="quarter" idx="20"/>
          </p:nvPr>
        </p:nvSpPr>
        <p:spPr>
          <a:xfrm>
            <a:off x="5503863" y="6418263"/>
            <a:ext cx="453317" cy="298450"/>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Content Placeholder 13"/>
          <p:cNvSpPr>
            <a:spLocks noGrp="1"/>
          </p:cNvSpPr>
          <p:nvPr>
            <p:ph sz="quarter" idx="21"/>
          </p:nvPr>
        </p:nvSpPr>
        <p:spPr>
          <a:xfrm>
            <a:off x="7200900" y="6418263"/>
            <a:ext cx="576027" cy="298450"/>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5"/>
          <p:cNvSpPr>
            <a:spLocks noGrp="1"/>
          </p:cNvSpPr>
          <p:nvPr>
            <p:ph sz="quarter" idx="22"/>
          </p:nvPr>
        </p:nvSpPr>
        <p:spPr>
          <a:xfrm flipH="1">
            <a:off x="7976101" y="6418263"/>
            <a:ext cx="778599" cy="298450"/>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Picture Placeholder 9">
            <a:extLst>
              <a:ext uri="{FF2B5EF4-FFF2-40B4-BE49-F238E27FC236}">
                <a16:creationId xmlns:a16="http://schemas.microsoft.com/office/drawing/2014/main" id="{372ABE5F-53F0-43F5-A4DF-41FEAF064061}"/>
              </a:ext>
            </a:extLst>
          </p:cNvPr>
          <p:cNvSpPr>
            <a:spLocks noGrp="1"/>
          </p:cNvSpPr>
          <p:nvPr>
            <p:ph type="pic" sz="quarter" idx="23"/>
          </p:nvPr>
        </p:nvSpPr>
        <p:spPr>
          <a:xfrm>
            <a:off x="7453313" y="5811838"/>
            <a:ext cx="1108075" cy="274637"/>
          </a:xfrm>
        </p:spPr>
        <p:txBody>
          <a:bodyPr/>
          <a:lstStyle/>
          <a:p>
            <a:endParaRPr lang="en-IN"/>
          </a:p>
        </p:txBody>
      </p:sp>
    </p:spTree>
    <p:extLst>
      <p:ext uri="{BB962C8B-B14F-4D97-AF65-F5344CB8AC3E}">
        <p14:creationId xmlns:p14="http://schemas.microsoft.com/office/powerpoint/2010/main" val="40447949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Chapter Opener">
    <p:spTree>
      <p:nvGrpSpPr>
        <p:cNvPr id="1" name="Shape 37"/>
        <p:cNvGrpSpPr/>
        <p:nvPr/>
      </p:nvGrpSpPr>
      <p:grpSpPr>
        <a:xfrm>
          <a:off x="0" y="0"/>
          <a:ext cx="0" cy="0"/>
          <a:chOff x="0" y="0"/>
          <a:chExt cx="0" cy="0"/>
        </a:xfrm>
      </p:grpSpPr>
      <p:sp>
        <p:nvSpPr>
          <p:cNvPr id="38" name="Shape 38"/>
          <p:cNvSpPr txBox="1">
            <a:spLocks noGrp="1"/>
          </p:cNvSpPr>
          <p:nvPr>
            <p:ph type="title"/>
          </p:nvPr>
        </p:nvSpPr>
        <p:spPr>
          <a:xfrm>
            <a:off x="457200" y="215371"/>
            <a:ext cx="8229600" cy="622828"/>
          </a:xfrm>
          <a:prstGeom prst="rect">
            <a:avLst/>
          </a:prstGeom>
          <a:noFill/>
          <a:ln>
            <a:noFill/>
          </a:ln>
        </p:spPr>
        <p:txBody>
          <a:bodyPr lIns="91425" tIns="91425" rIns="91425" bIns="91425" anchor="t"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Times New Roman"/>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a:p>
        </p:txBody>
      </p:sp>
      <p:sp>
        <p:nvSpPr>
          <p:cNvPr id="39" name="Shape 39"/>
          <p:cNvSpPr txBox="1">
            <a:spLocks noGrp="1"/>
          </p:cNvSpPr>
          <p:nvPr>
            <p:ph type="body" idx="1"/>
          </p:nvPr>
        </p:nvSpPr>
        <p:spPr>
          <a:xfrm>
            <a:off x="457200" y="816429"/>
            <a:ext cx="8229600" cy="478970"/>
          </a:xfrm>
          <a:prstGeom prst="rect">
            <a:avLst/>
          </a:prstGeom>
          <a:noFill/>
          <a:ln>
            <a:noFill/>
          </a:ln>
        </p:spPr>
        <p:txBody>
          <a:bodyPr lIns="91425" tIns="91425" rIns="91425" bIns="91425" anchor="t" anchorCtr="0"/>
          <a:lstStyle>
            <a:lvl1pPr marL="0" marR="0" lvl="0" indent="0" algn="l" rtl="0">
              <a:spcBef>
                <a:spcPts val="0"/>
              </a:spcBef>
              <a:buClr>
                <a:srgbClr val="007FA3"/>
              </a:buClr>
              <a:buFont typeface="Arial"/>
              <a:buNone/>
              <a:defRPr sz="2000" b="0" i="0" u="none" strike="noStrike" cap="none">
                <a:solidFill>
                  <a:srgbClr val="007FA3"/>
                </a:solidFill>
                <a:latin typeface="Arial"/>
                <a:ea typeface="Arial"/>
                <a:cs typeface="Arial"/>
                <a:sym typeface="Arial"/>
              </a:defRPr>
            </a:lvl1pPr>
            <a:lvl2pPr marL="0" marR="0" lvl="1"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2pPr>
            <a:lvl3pPr marL="0" marR="0" lvl="2" indent="0" algn="l" rtl="0">
              <a:spcBef>
                <a:spcPts val="0"/>
              </a:spcBef>
              <a:buClr>
                <a:srgbClr val="007FA3"/>
              </a:buClr>
              <a:buFont typeface="Noto Sans Symbols"/>
              <a:buNone/>
              <a:defRPr sz="2400" b="0" i="0" u="none" strike="noStrike" cap="none">
                <a:solidFill>
                  <a:schemeClr val="lt1"/>
                </a:solidFill>
                <a:latin typeface="Arial"/>
                <a:ea typeface="Arial"/>
                <a:cs typeface="Arial"/>
                <a:sym typeface="Arial"/>
              </a:defRPr>
            </a:lvl3pPr>
            <a:lvl4pPr marL="0" marR="0" lvl="3"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4pPr>
            <a:lvl5pPr marL="0" marR="0" lvl="4"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5pPr>
            <a:lvl6pPr marL="0" marR="0" lvl="5"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6pPr>
            <a:lvl7pPr marL="0" marR="0" lvl="6"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7pPr>
            <a:lvl8pPr marL="0" marR="0" lvl="7"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8pPr>
            <a:lvl9pPr marL="0" marR="0" lvl="8"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9pPr>
          </a:lstStyle>
          <a:p>
            <a:endParaRPr/>
          </a:p>
        </p:txBody>
      </p:sp>
      <p:sp>
        <p:nvSpPr>
          <p:cNvPr id="40" name="Shape 40"/>
          <p:cNvSpPr txBox="1">
            <a:spLocks noGrp="1"/>
          </p:cNvSpPr>
          <p:nvPr>
            <p:ph type="body" idx="2"/>
          </p:nvPr>
        </p:nvSpPr>
        <p:spPr>
          <a:xfrm>
            <a:off x="5029200" y="1600200"/>
            <a:ext cx="3657600" cy="1600198"/>
          </a:xfrm>
          <a:prstGeom prst="rect">
            <a:avLst/>
          </a:prstGeom>
          <a:noFill/>
          <a:ln>
            <a:noFill/>
          </a:ln>
        </p:spPr>
        <p:txBody>
          <a:bodyPr lIns="91425" tIns="91425" rIns="91425" bIns="91425" anchor="b" anchorCtr="0"/>
          <a:lstStyle>
            <a:lvl1pPr marL="0" marR="0" lvl="0" indent="0" algn="l" rtl="0">
              <a:spcBef>
                <a:spcPts val="0"/>
              </a:spcBef>
              <a:buClr>
                <a:srgbClr val="007FA3"/>
              </a:buClr>
              <a:buFont typeface="Arial"/>
              <a:buNone/>
              <a:defRPr sz="3000" b="0" i="0" u="none" strike="noStrike" cap="none">
                <a:solidFill>
                  <a:schemeClr val="dk1"/>
                </a:solidFill>
                <a:latin typeface="Arial"/>
                <a:ea typeface="Arial"/>
                <a:cs typeface="Arial"/>
                <a:sym typeface="Arial"/>
              </a:defRPr>
            </a:lvl1pPr>
            <a:lvl2pPr marL="0" marR="0" lvl="1"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2pPr>
            <a:lvl3pPr marL="0" marR="0" lvl="2" indent="0" algn="l" rtl="0">
              <a:spcBef>
                <a:spcPts val="0"/>
              </a:spcBef>
              <a:buClr>
                <a:srgbClr val="007FA3"/>
              </a:buClr>
              <a:buFont typeface="Noto Sans Symbols"/>
              <a:buNone/>
              <a:defRPr sz="4400" b="0" i="0" u="none" strike="noStrike" cap="none">
                <a:solidFill>
                  <a:schemeClr val="dk1"/>
                </a:solidFill>
                <a:latin typeface="Arial"/>
                <a:ea typeface="Arial"/>
                <a:cs typeface="Arial"/>
                <a:sym typeface="Arial"/>
              </a:defRPr>
            </a:lvl3pPr>
            <a:lvl4pPr marL="0" marR="0" lvl="3"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4pPr>
            <a:lvl5pPr marL="0" marR="0" lvl="4"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5pPr>
            <a:lvl6pPr marL="0" marR="0" lvl="5"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6pPr>
            <a:lvl7pPr marL="0" marR="0" lvl="6"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7pPr>
            <a:lvl8pPr marL="0" marR="0" lvl="7"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8pPr>
            <a:lvl9pPr marL="0" marR="0" lvl="8"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9pPr>
          </a:lstStyle>
          <a:p>
            <a:endParaRPr/>
          </a:p>
        </p:txBody>
      </p:sp>
      <p:sp>
        <p:nvSpPr>
          <p:cNvPr id="41" name="Shape 41"/>
          <p:cNvSpPr txBox="1">
            <a:spLocks noGrp="1"/>
          </p:cNvSpPr>
          <p:nvPr>
            <p:ph type="body" idx="3"/>
          </p:nvPr>
        </p:nvSpPr>
        <p:spPr>
          <a:xfrm>
            <a:off x="5029200" y="3200400"/>
            <a:ext cx="3657600" cy="2925763"/>
          </a:xfrm>
          <a:prstGeom prst="rect">
            <a:avLst/>
          </a:prstGeom>
          <a:noFill/>
          <a:ln>
            <a:noFill/>
          </a:ln>
        </p:spPr>
        <p:txBody>
          <a:bodyPr lIns="91425" tIns="91425" rIns="91425" bIns="91425" anchor="t" anchorCtr="0"/>
          <a:lstStyle>
            <a:lvl1pPr marL="0" marR="0" lvl="0" indent="0" algn="l" rtl="0">
              <a:spcBef>
                <a:spcPts val="0"/>
              </a:spcBef>
              <a:buClr>
                <a:srgbClr val="007FA3"/>
              </a:buClr>
              <a:buFont typeface="Arial"/>
              <a:buNone/>
              <a:defRPr sz="2200" b="0" i="0" u="none" strike="noStrike" cap="none">
                <a:solidFill>
                  <a:schemeClr val="dk1"/>
                </a:solidFill>
                <a:latin typeface="Arial"/>
                <a:ea typeface="Arial"/>
                <a:cs typeface="Arial"/>
                <a:sym typeface="Arial"/>
              </a:defRPr>
            </a:lvl1pPr>
            <a:lvl2pPr marL="0" marR="0" lvl="1"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2pPr>
            <a:lvl3pPr marL="0" marR="0" lvl="2" indent="0" algn="l" rtl="0">
              <a:spcBef>
                <a:spcPts val="0"/>
              </a:spcBef>
              <a:buClr>
                <a:srgbClr val="007FA3"/>
              </a:buClr>
              <a:buFont typeface="Noto Sans Symbols"/>
              <a:buNone/>
              <a:defRPr sz="1600" b="0" i="0" u="none" strike="noStrike" cap="none">
                <a:solidFill>
                  <a:schemeClr val="dk1"/>
                </a:solidFill>
                <a:latin typeface="Arial"/>
                <a:ea typeface="Arial"/>
                <a:cs typeface="Arial"/>
                <a:sym typeface="Arial"/>
              </a:defRPr>
            </a:lvl3pPr>
            <a:lvl4pPr marL="0" marR="0" lvl="3"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4pPr>
            <a:lvl5pPr marL="0" marR="0" lvl="4"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5pPr>
            <a:lvl6pPr marL="0" marR="0" lvl="5"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6pPr>
            <a:lvl7pPr marL="0" marR="0" lvl="6"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7pPr>
            <a:lvl8pPr marL="0" marR="0" lvl="7"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8pPr>
            <a:lvl9pPr marL="0" marR="0" lvl="8"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9pPr>
          </a:lstStyle>
          <a:p>
            <a:endParaRPr/>
          </a:p>
        </p:txBody>
      </p:sp>
      <p:sp>
        <p:nvSpPr>
          <p:cNvPr id="42" name="Shape 42"/>
          <p:cNvSpPr txBox="1">
            <a:spLocks noGrp="1"/>
          </p:cNvSpPr>
          <p:nvPr>
            <p:ph type="ftr" idx="11"/>
          </p:nvPr>
        </p:nvSpPr>
        <p:spPr>
          <a:xfrm>
            <a:off x="93969" y="6165337"/>
            <a:ext cx="8595359" cy="235462"/>
          </a:xfrm>
          <a:prstGeom prst="rect">
            <a:avLst/>
          </a:prstGeom>
          <a:noFill/>
          <a:ln>
            <a:noFill/>
          </a:ln>
        </p:spPr>
        <p:txBody>
          <a:bodyPr lIns="91425" tIns="91425" rIns="91425" bIns="91425" anchor="b" anchorCtr="0"/>
          <a:lstStyle>
            <a:lvl1pPr marL="0" marR="0" lvl="0" indent="0" algn="l" rtl="0">
              <a:spcBef>
                <a:spcPts val="0"/>
              </a:spcBef>
              <a:buNone/>
              <a:defRPr sz="11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43" name="Shape 43"/>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lt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44" name="Shape 44"/>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cSld name="Title + Learning Objectives and Content">
    <p:spTree>
      <p:nvGrpSpPr>
        <p:cNvPr id="1" name="Shape 61"/>
        <p:cNvGrpSpPr/>
        <p:nvPr/>
      </p:nvGrpSpPr>
      <p:grpSpPr>
        <a:xfrm>
          <a:off x="0" y="0"/>
          <a:ext cx="0" cy="0"/>
          <a:chOff x="0" y="0"/>
          <a:chExt cx="0" cy="0"/>
        </a:xfrm>
      </p:grpSpPr>
      <p:sp>
        <p:nvSpPr>
          <p:cNvPr id="62" name="Shape 62"/>
          <p:cNvSpPr txBox="1">
            <a:spLocks noGrp="1"/>
          </p:cNvSpPr>
          <p:nvPr>
            <p:ph type="title"/>
          </p:nvPr>
        </p:nvSpPr>
        <p:spPr>
          <a:xfrm>
            <a:off x="457200" y="215371"/>
            <a:ext cx="8229600" cy="622828"/>
          </a:xfrm>
          <a:prstGeom prst="rect">
            <a:avLst/>
          </a:prstGeom>
          <a:noFill/>
          <a:ln>
            <a:noFill/>
          </a:ln>
        </p:spPr>
        <p:txBody>
          <a:bodyPr lIns="91425" tIns="91425" rIns="91425" bIns="91425" anchor="t"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Times New Roman"/>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a:p>
        </p:txBody>
      </p:sp>
      <p:sp>
        <p:nvSpPr>
          <p:cNvPr id="63" name="Shape 63"/>
          <p:cNvSpPr txBox="1">
            <a:spLocks noGrp="1"/>
          </p:cNvSpPr>
          <p:nvPr>
            <p:ph type="body" idx="1"/>
          </p:nvPr>
        </p:nvSpPr>
        <p:spPr>
          <a:xfrm>
            <a:off x="457200" y="816429"/>
            <a:ext cx="8229600" cy="402769"/>
          </a:xfrm>
          <a:prstGeom prst="rect">
            <a:avLst/>
          </a:prstGeom>
          <a:noFill/>
          <a:ln>
            <a:noFill/>
          </a:ln>
        </p:spPr>
        <p:txBody>
          <a:bodyPr lIns="91425" tIns="91425" rIns="91425" bIns="91425" anchor="t" anchorCtr="0"/>
          <a:lstStyle>
            <a:lvl1pPr marL="0" marR="0" lvl="0" indent="0" algn="l" rtl="0">
              <a:spcBef>
                <a:spcPts val="0"/>
              </a:spcBef>
              <a:buClr>
                <a:srgbClr val="007FA3"/>
              </a:buClr>
              <a:buFont typeface="Arial"/>
              <a:buNone/>
              <a:defRPr sz="1600" b="0" i="0" u="none" strike="noStrike" cap="none">
                <a:solidFill>
                  <a:srgbClr val="007FA3"/>
                </a:solidFill>
                <a:latin typeface="Arial"/>
                <a:ea typeface="Arial"/>
                <a:cs typeface="Arial"/>
                <a:sym typeface="Arial"/>
              </a:defRPr>
            </a:lvl1pPr>
            <a:lvl2pPr marL="0" marR="0" lvl="1"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2pPr>
            <a:lvl3pPr marL="0" marR="0" lvl="2" indent="0" algn="l" rtl="0">
              <a:spcBef>
                <a:spcPts val="0"/>
              </a:spcBef>
              <a:buClr>
                <a:srgbClr val="007FA3"/>
              </a:buClr>
              <a:buFont typeface="Noto Sans Symbols"/>
              <a:buNone/>
              <a:defRPr sz="2400" b="0" i="0" u="none" strike="noStrike" cap="none">
                <a:solidFill>
                  <a:schemeClr val="lt1"/>
                </a:solidFill>
                <a:latin typeface="Arial"/>
                <a:ea typeface="Arial"/>
                <a:cs typeface="Arial"/>
                <a:sym typeface="Arial"/>
              </a:defRPr>
            </a:lvl3pPr>
            <a:lvl4pPr marL="0" marR="0" lvl="3"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4pPr>
            <a:lvl5pPr marL="0" marR="0" lvl="4"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5pPr>
            <a:lvl6pPr marL="0" marR="0" lvl="5"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6pPr>
            <a:lvl7pPr marL="0" marR="0" lvl="6"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7pPr>
            <a:lvl8pPr marL="0" marR="0" lvl="7"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8pPr>
            <a:lvl9pPr marL="0" marR="0" lvl="8"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9pPr>
          </a:lstStyle>
          <a:p>
            <a:endParaRPr/>
          </a:p>
        </p:txBody>
      </p:sp>
      <p:sp>
        <p:nvSpPr>
          <p:cNvPr id="64" name="Shape 64"/>
          <p:cNvSpPr txBox="1">
            <a:spLocks noGrp="1"/>
          </p:cNvSpPr>
          <p:nvPr>
            <p:ph type="body" idx="2"/>
          </p:nvPr>
        </p:nvSpPr>
        <p:spPr>
          <a:xfrm>
            <a:off x="457200" y="1600200"/>
            <a:ext cx="8229600" cy="4525963"/>
          </a:xfrm>
          <a:prstGeom prst="rect">
            <a:avLst/>
          </a:prstGeom>
          <a:noFill/>
          <a:ln>
            <a:noFill/>
          </a:ln>
        </p:spPr>
        <p:txBody>
          <a:bodyPr lIns="91425" tIns="91425" rIns="91425" bIns="91425" anchor="t" anchorCtr="0"/>
          <a:lstStyle>
            <a:lvl1pPr marL="256032" marR="0" lvl="0" indent="-256032" algn="l" rtl="0">
              <a:spcBef>
                <a:spcPts val="1500"/>
              </a:spcBef>
              <a:buClr>
                <a:srgbClr val="007FA3"/>
              </a:buClr>
              <a:buSzPct val="100000"/>
              <a:buFont typeface="Arial"/>
              <a:buChar char="•"/>
              <a:defRPr sz="1600" b="0" i="0" u="none" strike="noStrike" cap="none">
                <a:solidFill>
                  <a:schemeClr val="dk1"/>
                </a:solidFill>
                <a:latin typeface="Arial"/>
                <a:ea typeface="Arial"/>
                <a:cs typeface="Arial"/>
                <a:sym typeface="Arial"/>
              </a:defRPr>
            </a:lvl1pPr>
            <a:lvl2pPr marL="742950" marR="0" lvl="1" indent="-18415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2pPr>
            <a:lvl3pPr marL="1143000" marR="0" lvl="2" indent="-127000" algn="l" rtl="0">
              <a:spcBef>
                <a:spcPts val="600"/>
              </a:spcBef>
              <a:buClr>
                <a:srgbClr val="007FA3"/>
              </a:buClr>
              <a:buSzPct val="100000"/>
              <a:buFont typeface="Noto Sans Symbols"/>
              <a:buChar char="▪"/>
              <a:defRPr sz="1600" b="0" i="0" u="none" strike="noStrike" cap="none">
                <a:solidFill>
                  <a:schemeClr val="dk1"/>
                </a:solidFill>
                <a:latin typeface="Arial"/>
                <a:ea typeface="Arial"/>
                <a:cs typeface="Arial"/>
                <a:sym typeface="Arial"/>
              </a:defRPr>
            </a:lvl3pPr>
            <a:lvl4pPr marL="1600200" marR="0" lvl="3"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4pPr>
            <a:lvl5pPr marL="2057400" marR="0" lvl="4"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5pPr>
            <a:lvl6pPr marL="2514600" marR="0" lvl="5"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6pPr>
            <a:lvl7pPr marL="2971800" marR="0" lvl="6"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7pPr>
            <a:lvl8pPr marL="3429000" marR="0" lvl="7"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8pPr>
            <a:lvl9pPr marL="3886200" marR="0" lvl="8"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9pPr>
          </a:lstStyle>
          <a:p>
            <a:endParaRPr dirty="0"/>
          </a:p>
        </p:txBody>
      </p:sp>
      <p:sp>
        <p:nvSpPr>
          <p:cNvPr id="65" name="Shape 65"/>
          <p:cNvSpPr txBox="1">
            <a:spLocks noGrp="1"/>
          </p:cNvSpPr>
          <p:nvPr>
            <p:ph type="ftr" idx="11"/>
          </p:nvPr>
        </p:nvSpPr>
        <p:spPr>
          <a:xfrm>
            <a:off x="93969" y="6172200"/>
            <a:ext cx="8595359" cy="235462"/>
          </a:xfrm>
          <a:prstGeom prst="rect">
            <a:avLst/>
          </a:prstGeom>
          <a:noFill/>
          <a:ln>
            <a:noFill/>
          </a:ln>
        </p:spPr>
        <p:txBody>
          <a:bodyPr lIns="91425" tIns="91425" rIns="91425" bIns="91425" anchor="b" anchorCtr="0"/>
          <a:lstStyle>
            <a:lvl1pPr marL="0" marR="0" lvl="0" indent="0" algn="l" rtl="0">
              <a:spcBef>
                <a:spcPts val="0"/>
              </a:spcBef>
              <a:buNone/>
              <a:defRPr sz="11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66" name="Shape 66"/>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lt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67" name="Shape 67"/>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Shape 68"/>
        <p:cNvGrpSpPr/>
        <p:nvPr/>
      </p:nvGrpSpPr>
      <p:grpSpPr>
        <a:xfrm>
          <a:off x="0" y="0"/>
          <a:ext cx="0" cy="0"/>
          <a:chOff x="0" y="0"/>
          <a:chExt cx="0" cy="0"/>
        </a:xfrm>
      </p:grpSpPr>
      <p:sp>
        <p:nvSpPr>
          <p:cNvPr id="69" name="Shape 69"/>
          <p:cNvSpPr txBox="1">
            <a:spLocks noGrp="1"/>
          </p:cNvSpPr>
          <p:nvPr>
            <p:ph type="title"/>
          </p:nvPr>
        </p:nvSpPr>
        <p:spPr>
          <a:xfrm>
            <a:off x="685800" y="1447800"/>
            <a:ext cx="7772400" cy="2152651"/>
          </a:xfrm>
          <a:prstGeom prst="rect">
            <a:avLst/>
          </a:prstGeom>
          <a:noFill/>
          <a:ln>
            <a:noFill/>
          </a:ln>
        </p:spPr>
        <p:txBody>
          <a:bodyPr lIns="91425" tIns="91425" rIns="91425" bIns="91425" anchor="b"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Times New Roman"/>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a:p>
        </p:txBody>
      </p:sp>
      <p:sp>
        <p:nvSpPr>
          <p:cNvPr id="70" name="Shape 70"/>
          <p:cNvSpPr txBox="1">
            <a:spLocks noGrp="1"/>
          </p:cNvSpPr>
          <p:nvPr>
            <p:ph type="body" idx="1"/>
          </p:nvPr>
        </p:nvSpPr>
        <p:spPr>
          <a:xfrm>
            <a:off x="674687" y="3962400"/>
            <a:ext cx="7794626" cy="1752600"/>
          </a:xfrm>
          <a:prstGeom prst="rect">
            <a:avLst/>
          </a:prstGeom>
          <a:noFill/>
          <a:ln>
            <a:noFill/>
          </a:ln>
        </p:spPr>
        <p:txBody>
          <a:bodyPr lIns="91425" tIns="91425" rIns="91425" bIns="91425" anchor="t" anchorCtr="0"/>
          <a:lstStyle>
            <a:lvl1pPr marL="0" marR="0" lvl="0" indent="0" algn="l" rtl="0">
              <a:spcBef>
                <a:spcPts val="0"/>
              </a:spcBef>
              <a:buClr>
                <a:srgbClr val="007FA3"/>
              </a:buClr>
              <a:buFont typeface="Arial"/>
              <a:buNone/>
              <a:defRPr sz="1600" b="0" i="0" u="none" strike="noStrike" cap="none">
                <a:solidFill>
                  <a:srgbClr val="007FA3"/>
                </a:solidFill>
                <a:latin typeface="Arial"/>
                <a:ea typeface="Arial"/>
                <a:cs typeface="Arial"/>
                <a:sym typeface="Arial"/>
              </a:defRPr>
            </a:lvl1pPr>
            <a:lvl2pPr marL="457200" marR="0" lvl="1" indent="0" algn="l" rtl="0">
              <a:spcBef>
                <a:spcPts val="600"/>
              </a:spcBef>
              <a:buClr>
                <a:srgbClr val="007FA3"/>
              </a:buClr>
              <a:buFont typeface="Arial"/>
              <a:buNone/>
              <a:defRPr sz="1800" b="0" i="0" u="none" strike="noStrike" cap="none">
                <a:solidFill>
                  <a:srgbClr val="888888"/>
                </a:solidFill>
                <a:latin typeface="Arial"/>
                <a:ea typeface="Arial"/>
                <a:cs typeface="Arial"/>
                <a:sym typeface="Arial"/>
              </a:defRPr>
            </a:lvl2pPr>
            <a:lvl3pPr marL="914400" marR="0" lvl="2" indent="0" algn="l" rtl="0">
              <a:spcBef>
                <a:spcPts val="600"/>
              </a:spcBef>
              <a:buClr>
                <a:srgbClr val="007FA3"/>
              </a:buClr>
              <a:buFont typeface="Noto Sans Symbols"/>
              <a:buNone/>
              <a:defRPr sz="1600" b="0" i="0" u="none" strike="noStrike" cap="none">
                <a:solidFill>
                  <a:srgbClr val="888888"/>
                </a:solidFill>
                <a:latin typeface="Arial"/>
                <a:ea typeface="Arial"/>
                <a:cs typeface="Arial"/>
                <a:sym typeface="Arial"/>
              </a:defRPr>
            </a:lvl3pPr>
            <a:lvl4pPr marL="1371600" marR="0" lvl="3" indent="0" algn="l" rtl="0">
              <a:spcBef>
                <a:spcPts val="600"/>
              </a:spcBef>
              <a:buClr>
                <a:srgbClr val="007FA3"/>
              </a:buClr>
              <a:buFont typeface="Arial"/>
              <a:buNone/>
              <a:defRPr sz="1400" b="0" i="0" u="none" strike="noStrike" cap="none">
                <a:solidFill>
                  <a:srgbClr val="888888"/>
                </a:solidFill>
                <a:latin typeface="Arial"/>
                <a:ea typeface="Arial"/>
                <a:cs typeface="Arial"/>
                <a:sym typeface="Arial"/>
              </a:defRPr>
            </a:lvl4pPr>
            <a:lvl5pPr marL="1828800" marR="0" lvl="4" indent="0" algn="l" rtl="0">
              <a:spcBef>
                <a:spcPts val="600"/>
              </a:spcBef>
              <a:buClr>
                <a:srgbClr val="007FA3"/>
              </a:buClr>
              <a:buFont typeface="Arial"/>
              <a:buNone/>
              <a:defRPr sz="1400" b="0" i="0" u="none" strike="noStrike" cap="none">
                <a:solidFill>
                  <a:srgbClr val="888888"/>
                </a:solidFill>
                <a:latin typeface="Arial"/>
                <a:ea typeface="Arial"/>
                <a:cs typeface="Arial"/>
                <a:sym typeface="Arial"/>
              </a:defRPr>
            </a:lvl5pPr>
            <a:lvl6pPr marL="2286000" marR="0" lvl="5" indent="0" algn="l" rtl="0">
              <a:spcBef>
                <a:spcPts val="300"/>
              </a:spcBef>
              <a:buClr>
                <a:srgbClr val="007FA3"/>
              </a:buClr>
              <a:buFont typeface="Arial"/>
              <a:buNone/>
              <a:defRPr sz="1400" b="0" i="0" u="none" strike="noStrike" cap="none">
                <a:solidFill>
                  <a:srgbClr val="888888"/>
                </a:solidFill>
                <a:latin typeface="Arial"/>
                <a:ea typeface="Arial"/>
                <a:cs typeface="Arial"/>
                <a:sym typeface="Arial"/>
              </a:defRPr>
            </a:lvl6pPr>
            <a:lvl7pPr marL="2743200" marR="0" lvl="6" indent="0" algn="l" rtl="0">
              <a:spcBef>
                <a:spcPts val="300"/>
              </a:spcBef>
              <a:buClr>
                <a:srgbClr val="007FA3"/>
              </a:buClr>
              <a:buFont typeface="Arial"/>
              <a:buNone/>
              <a:defRPr sz="1400" b="0" i="0" u="none" strike="noStrike" cap="none">
                <a:solidFill>
                  <a:srgbClr val="888888"/>
                </a:solidFill>
                <a:latin typeface="Arial"/>
                <a:ea typeface="Arial"/>
                <a:cs typeface="Arial"/>
                <a:sym typeface="Arial"/>
              </a:defRPr>
            </a:lvl7pPr>
            <a:lvl8pPr marL="3200400" marR="0" lvl="7" indent="0" algn="l" rtl="0">
              <a:spcBef>
                <a:spcPts val="300"/>
              </a:spcBef>
              <a:buClr>
                <a:srgbClr val="007FA3"/>
              </a:buClr>
              <a:buFont typeface="Arial"/>
              <a:buNone/>
              <a:defRPr sz="1400" b="0" i="0" u="none" strike="noStrike" cap="none">
                <a:solidFill>
                  <a:srgbClr val="888888"/>
                </a:solidFill>
                <a:latin typeface="Arial"/>
                <a:ea typeface="Arial"/>
                <a:cs typeface="Arial"/>
                <a:sym typeface="Arial"/>
              </a:defRPr>
            </a:lvl8pPr>
            <a:lvl9pPr marL="3657600" marR="0" lvl="8" indent="0" algn="l" rtl="0">
              <a:spcBef>
                <a:spcPts val="300"/>
              </a:spcBef>
              <a:buClr>
                <a:srgbClr val="007FA3"/>
              </a:buClr>
              <a:buFont typeface="Arial"/>
              <a:buNone/>
              <a:defRPr sz="1400" b="0" i="0" u="none" strike="noStrike" cap="none">
                <a:solidFill>
                  <a:srgbClr val="888888"/>
                </a:solidFill>
                <a:latin typeface="Arial"/>
                <a:ea typeface="Arial"/>
                <a:cs typeface="Arial"/>
                <a:sym typeface="Arial"/>
              </a:defRPr>
            </a:lvl9pPr>
          </a:lstStyle>
          <a:p>
            <a:endParaRPr/>
          </a:p>
        </p:txBody>
      </p:sp>
      <p:sp>
        <p:nvSpPr>
          <p:cNvPr id="71" name="Shape 71"/>
          <p:cNvSpPr txBox="1">
            <a:spLocks noGrp="1"/>
          </p:cNvSpPr>
          <p:nvPr>
            <p:ph type="ftr" idx="11"/>
          </p:nvPr>
        </p:nvSpPr>
        <p:spPr>
          <a:xfrm>
            <a:off x="93969" y="6172200"/>
            <a:ext cx="8595359" cy="235462"/>
          </a:xfrm>
          <a:prstGeom prst="rect">
            <a:avLst/>
          </a:prstGeom>
          <a:noFill/>
          <a:ln>
            <a:noFill/>
          </a:ln>
        </p:spPr>
        <p:txBody>
          <a:bodyPr lIns="91425" tIns="91425" rIns="91425" bIns="91425" anchor="b" anchorCtr="0"/>
          <a:lstStyle>
            <a:lvl1pPr marL="0" marR="0" lvl="0" indent="0" algn="l" rtl="0">
              <a:spcBef>
                <a:spcPts val="0"/>
              </a:spcBef>
              <a:buNone/>
              <a:defRPr sz="11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72" name="Shape 72"/>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lt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73" name="Shape 73"/>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cSld name="Title Only">
    <p:spTree>
      <p:nvGrpSpPr>
        <p:cNvPr id="1" name="Shape 74"/>
        <p:cNvGrpSpPr/>
        <p:nvPr/>
      </p:nvGrpSpPr>
      <p:grpSpPr>
        <a:xfrm>
          <a:off x="0" y="0"/>
          <a:ext cx="0" cy="0"/>
          <a:chOff x="0" y="0"/>
          <a:chExt cx="0" cy="0"/>
        </a:xfrm>
      </p:grpSpPr>
      <p:sp>
        <p:nvSpPr>
          <p:cNvPr id="75" name="Shape 75"/>
          <p:cNvSpPr txBox="1">
            <a:spLocks noGrp="1"/>
          </p:cNvSpPr>
          <p:nvPr>
            <p:ph type="title"/>
          </p:nvPr>
        </p:nvSpPr>
        <p:spPr>
          <a:xfrm>
            <a:off x="457200" y="215371"/>
            <a:ext cx="8229600" cy="1097279"/>
          </a:xfrm>
          <a:prstGeom prst="rect">
            <a:avLst/>
          </a:prstGeom>
          <a:noFill/>
          <a:ln>
            <a:noFill/>
          </a:ln>
        </p:spPr>
        <p:txBody>
          <a:bodyPr lIns="91425" tIns="91425" rIns="91425" bIns="91425" anchor="b"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Times New Roman"/>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a:p>
        </p:txBody>
      </p:sp>
      <p:sp>
        <p:nvSpPr>
          <p:cNvPr id="76" name="Shape 76"/>
          <p:cNvSpPr txBox="1">
            <a:spLocks noGrp="1"/>
          </p:cNvSpPr>
          <p:nvPr>
            <p:ph type="ftr" idx="11"/>
          </p:nvPr>
        </p:nvSpPr>
        <p:spPr>
          <a:xfrm>
            <a:off x="93969" y="6172200"/>
            <a:ext cx="8595359" cy="235462"/>
          </a:xfrm>
          <a:prstGeom prst="rect">
            <a:avLst/>
          </a:prstGeom>
          <a:noFill/>
          <a:ln>
            <a:noFill/>
          </a:ln>
        </p:spPr>
        <p:txBody>
          <a:bodyPr lIns="91425" tIns="91425" rIns="91425" bIns="91425" anchor="b" anchorCtr="0"/>
          <a:lstStyle>
            <a:lvl1pPr marL="0" marR="0" lvl="0" indent="0" algn="l" rtl="0">
              <a:spcBef>
                <a:spcPts val="0"/>
              </a:spcBef>
              <a:buNone/>
              <a:defRPr sz="11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77" name="Shape 77"/>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lt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78" name="Shape 78"/>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Two Content">
    <p:spTree>
      <p:nvGrpSpPr>
        <p:cNvPr id="1" name="Shape 30"/>
        <p:cNvGrpSpPr/>
        <p:nvPr/>
      </p:nvGrpSpPr>
      <p:grpSpPr>
        <a:xfrm>
          <a:off x="0" y="0"/>
          <a:ext cx="0" cy="0"/>
          <a:chOff x="0" y="0"/>
          <a:chExt cx="0" cy="0"/>
        </a:xfrm>
      </p:grpSpPr>
      <p:sp>
        <p:nvSpPr>
          <p:cNvPr id="31" name="Shape 31"/>
          <p:cNvSpPr txBox="1">
            <a:spLocks noGrp="1"/>
          </p:cNvSpPr>
          <p:nvPr>
            <p:ph type="title"/>
          </p:nvPr>
        </p:nvSpPr>
        <p:spPr>
          <a:xfrm>
            <a:off x="457200" y="215371"/>
            <a:ext cx="8229600" cy="1097279"/>
          </a:xfrm>
          <a:prstGeom prst="rect">
            <a:avLst/>
          </a:prstGeom>
          <a:noFill/>
          <a:ln>
            <a:noFill/>
          </a:ln>
        </p:spPr>
        <p:txBody>
          <a:bodyPr lIns="91425" tIns="91425" rIns="91425" bIns="91425" anchor="b"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Times New Roman"/>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a:p>
        </p:txBody>
      </p:sp>
      <p:sp>
        <p:nvSpPr>
          <p:cNvPr id="32" name="Shape 32"/>
          <p:cNvSpPr txBox="1">
            <a:spLocks noGrp="1"/>
          </p:cNvSpPr>
          <p:nvPr>
            <p:ph type="body" idx="1"/>
          </p:nvPr>
        </p:nvSpPr>
        <p:spPr>
          <a:xfrm>
            <a:off x="457200" y="1600200"/>
            <a:ext cx="8229600" cy="2163763"/>
          </a:xfrm>
          <a:prstGeom prst="rect">
            <a:avLst/>
          </a:prstGeom>
          <a:noFill/>
          <a:ln>
            <a:noFill/>
          </a:ln>
        </p:spPr>
        <p:txBody>
          <a:bodyPr lIns="91425" tIns="91425" rIns="91425" bIns="91425" anchor="t" anchorCtr="0"/>
          <a:lstStyle>
            <a:lvl1pPr marL="256032" marR="0" lvl="0" indent="-256032" algn="l" rtl="0">
              <a:spcBef>
                <a:spcPts val="1500"/>
              </a:spcBef>
              <a:buClr>
                <a:srgbClr val="007FA3"/>
              </a:buClr>
              <a:buSzPct val="100000"/>
              <a:buFont typeface="Arial"/>
              <a:buChar char="•"/>
              <a:defRPr sz="1600" b="0" i="0" u="none" strike="noStrike" cap="none">
                <a:solidFill>
                  <a:schemeClr val="dk1"/>
                </a:solidFill>
                <a:latin typeface="Arial"/>
                <a:ea typeface="Arial"/>
                <a:cs typeface="Arial"/>
                <a:sym typeface="Arial"/>
              </a:defRPr>
            </a:lvl1pPr>
            <a:lvl2pPr marL="742950" marR="0" lvl="1" indent="-283464"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2pPr>
            <a:lvl3pPr marL="1143000" marR="0" lvl="2" indent="-228600" algn="l" rtl="0">
              <a:spcBef>
                <a:spcPts val="600"/>
              </a:spcBef>
              <a:buClr>
                <a:srgbClr val="007FA3"/>
              </a:buClr>
              <a:buSzPct val="100000"/>
              <a:buFont typeface="Noto Sans Symbols"/>
              <a:buChar char="▪"/>
              <a:defRPr sz="1600" b="0" i="0" u="none" strike="noStrike" cap="none">
                <a:solidFill>
                  <a:schemeClr val="dk1"/>
                </a:solidFill>
                <a:latin typeface="Arial"/>
                <a:ea typeface="Arial"/>
                <a:cs typeface="Arial"/>
                <a:sym typeface="Arial"/>
              </a:defRPr>
            </a:lvl3pPr>
            <a:lvl4pPr marL="1600200" marR="0" lvl="3"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4pPr>
            <a:lvl5pPr marL="2057400" marR="0" lvl="4"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5pPr>
            <a:lvl6pPr marL="2514600" marR="0" lvl="5" indent="-139700" algn="l" rtl="0">
              <a:spcBef>
                <a:spcPts val="300"/>
              </a:spcBef>
              <a:buClr>
                <a:srgbClr val="007FA3"/>
              </a:buClr>
              <a:buSzPct val="100000"/>
              <a:buFont typeface="Arial"/>
              <a:buChar char="•"/>
              <a:defRPr sz="1400" b="0" i="0" u="none" strike="noStrike" cap="none">
                <a:solidFill>
                  <a:schemeClr val="dk1"/>
                </a:solidFill>
                <a:latin typeface="Arial"/>
                <a:ea typeface="Arial"/>
                <a:cs typeface="Arial"/>
                <a:sym typeface="Arial"/>
              </a:defRPr>
            </a:lvl6pPr>
            <a:lvl7pPr marL="2971800" marR="0" lvl="6" indent="-139700" algn="l" rtl="0">
              <a:spcBef>
                <a:spcPts val="300"/>
              </a:spcBef>
              <a:buClr>
                <a:srgbClr val="007FA3"/>
              </a:buClr>
              <a:buSzPct val="100000"/>
              <a:buFont typeface="Arial"/>
              <a:buChar char="•"/>
              <a:defRPr sz="1400" b="0" i="0" u="none" strike="noStrike" cap="none">
                <a:solidFill>
                  <a:schemeClr val="dk1"/>
                </a:solidFill>
                <a:latin typeface="Arial"/>
                <a:ea typeface="Arial"/>
                <a:cs typeface="Arial"/>
                <a:sym typeface="Arial"/>
              </a:defRPr>
            </a:lvl7pPr>
            <a:lvl8pPr marL="3429000" marR="0" lvl="7" indent="-139700" algn="l" rtl="0">
              <a:spcBef>
                <a:spcPts val="300"/>
              </a:spcBef>
              <a:buClr>
                <a:srgbClr val="007FA3"/>
              </a:buClr>
              <a:buSzPct val="100000"/>
              <a:buFont typeface="Arial"/>
              <a:buChar char="•"/>
              <a:defRPr sz="1400" b="0" i="0" u="none" strike="noStrike" cap="none">
                <a:solidFill>
                  <a:schemeClr val="dk1"/>
                </a:solidFill>
                <a:latin typeface="Arial"/>
                <a:ea typeface="Arial"/>
                <a:cs typeface="Arial"/>
                <a:sym typeface="Arial"/>
              </a:defRPr>
            </a:lvl8pPr>
            <a:lvl9pPr marL="3886200" marR="0" lvl="8" indent="-139700" algn="l" rtl="0">
              <a:spcBef>
                <a:spcPts val="300"/>
              </a:spcBef>
              <a:buClr>
                <a:srgbClr val="007FA3"/>
              </a:buClr>
              <a:buSzPct val="100000"/>
              <a:buFont typeface="Arial"/>
              <a:buChar char="•"/>
              <a:defRPr sz="1400" b="0" i="0" u="none" strike="noStrike" cap="none">
                <a:solidFill>
                  <a:schemeClr val="dk1"/>
                </a:solidFill>
                <a:latin typeface="Arial"/>
                <a:ea typeface="Arial"/>
                <a:cs typeface="Arial"/>
                <a:sym typeface="Arial"/>
              </a:defRPr>
            </a:lvl9pPr>
          </a:lstStyle>
          <a:p>
            <a:endParaRPr lang="en-US" dirty="0"/>
          </a:p>
          <a:p>
            <a:pPr lvl="1"/>
            <a:endParaRPr lang="en-US" dirty="0"/>
          </a:p>
          <a:p>
            <a:pPr lvl="2"/>
            <a:endParaRPr dirty="0"/>
          </a:p>
        </p:txBody>
      </p:sp>
      <p:sp>
        <p:nvSpPr>
          <p:cNvPr id="33" name="Shape 33"/>
          <p:cNvSpPr txBox="1">
            <a:spLocks noGrp="1"/>
          </p:cNvSpPr>
          <p:nvPr>
            <p:ph type="body" idx="2"/>
          </p:nvPr>
        </p:nvSpPr>
        <p:spPr>
          <a:xfrm>
            <a:off x="457200" y="3962400"/>
            <a:ext cx="8229600" cy="2163763"/>
          </a:xfrm>
          <a:prstGeom prst="rect">
            <a:avLst/>
          </a:prstGeom>
          <a:noFill/>
          <a:ln>
            <a:noFill/>
          </a:ln>
        </p:spPr>
        <p:txBody>
          <a:bodyPr lIns="91425" tIns="91425" rIns="91425" bIns="91425" anchor="t" anchorCtr="0"/>
          <a:lstStyle>
            <a:lvl1pPr marL="256032" marR="0" lvl="0" indent="-256032" algn="l" rtl="0">
              <a:spcBef>
                <a:spcPts val="1500"/>
              </a:spcBef>
              <a:buClr>
                <a:srgbClr val="007FA3"/>
              </a:buClr>
              <a:buSzPct val="100000"/>
              <a:buFont typeface="Arial"/>
              <a:buChar char="•"/>
              <a:defRPr sz="1600" b="0" i="0" u="none" strike="noStrike" cap="none">
                <a:solidFill>
                  <a:schemeClr val="dk1"/>
                </a:solidFill>
                <a:latin typeface="Arial"/>
                <a:ea typeface="Arial"/>
                <a:cs typeface="Arial"/>
                <a:sym typeface="Arial"/>
              </a:defRPr>
            </a:lvl1pPr>
            <a:lvl2pPr marL="742950" marR="0" lvl="1" indent="-283464"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2pPr>
            <a:lvl3pPr marL="1143000" marR="0" lvl="2" indent="-228600" algn="l" rtl="0">
              <a:spcBef>
                <a:spcPts val="600"/>
              </a:spcBef>
              <a:buClr>
                <a:srgbClr val="007FA3"/>
              </a:buClr>
              <a:buSzPct val="100000"/>
              <a:buFont typeface="Noto Sans Symbols"/>
              <a:buChar char="▪"/>
              <a:defRPr sz="1600" b="0" i="0" u="none" strike="noStrike" cap="none">
                <a:solidFill>
                  <a:schemeClr val="dk1"/>
                </a:solidFill>
                <a:latin typeface="Arial"/>
                <a:ea typeface="Arial"/>
                <a:cs typeface="Arial"/>
                <a:sym typeface="Arial"/>
              </a:defRPr>
            </a:lvl3pPr>
            <a:lvl4pPr marL="1600200" marR="0" lvl="3"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4pPr>
            <a:lvl5pPr marL="2057400" marR="0" lvl="4"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5pPr>
            <a:lvl6pPr marL="2514600" marR="0" lvl="5" indent="-139700" algn="l" rtl="0">
              <a:spcBef>
                <a:spcPts val="300"/>
              </a:spcBef>
              <a:buClr>
                <a:srgbClr val="007FA3"/>
              </a:buClr>
              <a:buSzPct val="100000"/>
              <a:buFont typeface="Arial"/>
              <a:buChar char="•"/>
              <a:defRPr sz="1400" b="0" i="0" u="none" strike="noStrike" cap="none">
                <a:solidFill>
                  <a:schemeClr val="dk1"/>
                </a:solidFill>
                <a:latin typeface="Arial"/>
                <a:ea typeface="Arial"/>
                <a:cs typeface="Arial"/>
                <a:sym typeface="Arial"/>
              </a:defRPr>
            </a:lvl6pPr>
            <a:lvl7pPr marL="2971800" marR="0" lvl="6" indent="-139700" algn="l" rtl="0">
              <a:spcBef>
                <a:spcPts val="300"/>
              </a:spcBef>
              <a:buClr>
                <a:srgbClr val="007FA3"/>
              </a:buClr>
              <a:buSzPct val="100000"/>
              <a:buFont typeface="Arial"/>
              <a:buChar char="•"/>
              <a:defRPr sz="1400" b="0" i="0" u="none" strike="noStrike" cap="none">
                <a:solidFill>
                  <a:schemeClr val="dk1"/>
                </a:solidFill>
                <a:latin typeface="Arial"/>
                <a:ea typeface="Arial"/>
                <a:cs typeface="Arial"/>
                <a:sym typeface="Arial"/>
              </a:defRPr>
            </a:lvl7pPr>
            <a:lvl8pPr marL="3429000" marR="0" lvl="7" indent="-139700" algn="l" rtl="0">
              <a:spcBef>
                <a:spcPts val="300"/>
              </a:spcBef>
              <a:buClr>
                <a:srgbClr val="007FA3"/>
              </a:buClr>
              <a:buSzPct val="100000"/>
              <a:buFont typeface="Arial"/>
              <a:buChar char="•"/>
              <a:defRPr sz="1400" b="0" i="0" u="none" strike="noStrike" cap="none">
                <a:solidFill>
                  <a:schemeClr val="dk1"/>
                </a:solidFill>
                <a:latin typeface="Arial"/>
                <a:ea typeface="Arial"/>
                <a:cs typeface="Arial"/>
                <a:sym typeface="Arial"/>
              </a:defRPr>
            </a:lvl8pPr>
            <a:lvl9pPr marL="3886200" marR="0" lvl="8" indent="-139700" algn="l" rtl="0">
              <a:spcBef>
                <a:spcPts val="300"/>
              </a:spcBef>
              <a:buClr>
                <a:srgbClr val="007FA3"/>
              </a:buClr>
              <a:buSzPct val="100000"/>
              <a:buFont typeface="Arial"/>
              <a:buChar char="•"/>
              <a:defRPr sz="1400" b="0" i="0" u="none" strike="noStrike" cap="none">
                <a:solidFill>
                  <a:schemeClr val="dk1"/>
                </a:solidFill>
                <a:latin typeface="Arial"/>
                <a:ea typeface="Arial"/>
                <a:cs typeface="Arial"/>
                <a:sym typeface="Arial"/>
              </a:defRPr>
            </a:lvl9pPr>
          </a:lstStyle>
          <a:p>
            <a:endParaRPr lang="en-US" dirty="0"/>
          </a:p>
          <a:p>
            <a:pPr lvl="1"/>
            <a:endParaRPr lang="en-US" dirty="0"/>
          </a:p>
          <a:p>
            <a:pPr lvl="2"/>
            <a:endParaRPr dirty="0"/>
          </a:p>
        </p:txBody>
      </p:sp>
      <p:sp>
        <p:nvSpPr>
          <p:cNvPr id="34" name="Shape 34"/>
          <p:cNvSpPr txBox="1">
            <a:spLocks noGrp="1"/>
          </p:cNvSpPr>
          <p:nvPr>
            <p:ph type="ftr" idx="11"/>
          </p:nvPr>
        </p:nvSpPr>
        <p:spPr>
          <a:xfrm>
            <a:off x="93969" y="6172200"/>
            <a:ext cx="8595359" cy="235462"/>
          </a:xfrm>
          <a:prstGeom prst="rect">
            <a:avLst/>
          </a:prstGeom>
          <a:noFill/>
          <a:ln>
            <a:noFill/>
          </a:ln>
        </p:spPr>
        <p:txBody>
          <a:bodyPr lIns="91425" tIns="91425" rIns="91425" bIns="91425" anchor="b" anchorCtr="0"/>
          <a:lstStyle>
            <a:lvl1pPr marL="0" marR="0" lvl="0" indent="0" algn="l" rtl="0">
              <a:spcBef>
                <a:spcPts val="0"/>
              </a:spcBef>
              <a:buNone/>
              <a:defRPr sz="11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35" name="Shape 35"/>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lt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36" name="Shape 36"/>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1461762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cSld name="Blank">
    <p:spTree>
      <p:nvGrpSpPr>
        <p:cNvPr id="1" name="Shape 79"/>
        <p:cNvGrpSpPr/>
        <p:nvPr/>
      </p:nvGrpSpPr>
      <p:grpSpPr>
        <a:xfrm>
          <a:off x="0" y="0"/>
          <a:ext cx="0" cy="0"/>
          <a:chOff x="0" y="0"/>
          <a:chExt cx="0" cy="0"/>
        </a:xfrm>
      </p:grpSpPr>
      <p:sp>
        <p:nvSpPr>
          <p:cNvPr id="80" name="Shape 80"/>
          <p:cNvSpPr txBox="1">
            <a:spLocks noGrp="1"/>
          </p:cNvSpPr>
          <p:nvPr>
            <p:ph type="ftr" idx="11"/>
          </p:nvPr>
        </p:nvSpPr>
        <p:spPr>
          <a:xfrm>
            <a:off x="93969" y="6172200"/>
            <a:ext cx="8595359" cy="235462"/>
          </a:xfrm>
          <a:prstGeom prst="rect">
            <a:avLst/>
          </a:prstGeom>
          <a:noFill/>
          <a:ln>
            <a:noFill/>
          </a:ln>
        </p:spPr>
        <p:txBody>
          <a:bodyPr lIns="91425" tIns="91425" rIns="91425" bIns="91425" anchor="b" anchorCtr="0"/>
          <a:lstStyle>
            <a:lvl1pPr marL="0" marR="0" lvl="0" indent="0" algn="l" rtl="0">
              <a:spcBef>
                <a:spcPts val="0"/>
              </a:spcBef>
              <a:buNone/>
              <a:defRPr sz="11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81" name="Shape 81"/>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82" name="Shape 82"/>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dk1"/>
                </a:solidFill>
                <a:latin typeface="Arial"/>
                <a:ea typeface="Arial"/>
                <a:cs typeface="Arial"/>
                <a:sym typeface="Arial"/>
              </a:rPr>
              <a:t>‹#›</a:t>
            </a:fld>
            <a:endParaRPr lang="en-US" sz="900" b="0" i="0" u="none" strike="noStrike" cap="none">
              <a:solidFill>
                <a:schemeClr val="dk1"/>
              </a:solidFill>
              <a:latin typeface="Arial"/>
              <a:ea typeface="Arial"/>
              <a:cs typeface="Arial"/>
              <a:sym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Shape 24"/>
        <p:cNvGrpSpPr/>
        <p:nvPr/>
      </p:nvGrpSpPr>
      <p:grpSpPr>
        <a:xfrm>
          <a:off x="0" y="0"/>
          <a:ext cx="0" cy="0"/>
          <a:chOff x="0" y="0"/>
          <a:chExt cx="0" cy="0"/>
        </a:xfrm>
      </p:grpSpPr>
      <p:sp>
        <p:nvSpPr>
          <p:cNvPr id="25" name="Title 1"/>
          <p:cNvSpPr txBox="1">
            <a:spLocks noGrp="1"/>
          </p:cNvSpPr>
          <p:nvPr>
            <p:ph type="title"/>
          </p:nvPr>
        </p:nvSpPr>
        <p:spPr>
          <a:xfrm>
            <a:off x="457200" y="215371"/>
            <a:ext cx="8229600" cy="1097279"/>
          </a:xfrm>
          <a:prstGeom prst="rect">
            <a:avLst/>
          </a:prstGeom>
          <a:noFill/>
          <a:ln>
            <a:noFill/>
          </a:ln>
        </p:spPr>
        <p:txBody>
          <a:bodyPr lIns="91425" tIns="91425" rIns="91425" bIns="91425" anchor="b"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Arial (Headings)"/>
                <a:ea typeface="Arial (Headings)"/>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dirty="0"/>
          </a:p>
        </p:txBody>
      </p:sp>
      <p:sp>
        <p:nvSpPr>
          <p:cNvPr id="3" name="Content Placeholder 2">
            <a:extLst>
              <a:ext uri="{FF2B5EF4-FFF2-40B4-BE49-F238E27FC236}">
                <a16:creationId xmlns:a16="http://schemas.microsoft.com/office/drawing/2014/main" id="{64CBB54A-3ADF-4B42-A676-D66841A7CBE6}"/>
              </a:ext>
            </a:extLst>
          </p:cNvPr>
          <p:cNvSpPr>
            <a:spLocks noGrp="1"/>
          </p:cNvSpPr>
          <p:nvPr>
            <p:ph sz="quarter" idx="10"/>
          </p:nvPr>
        </p:nvSpPr>
        <p:spPr>
          <a:xfrm>
            <a:off x="1811338" y="2033588"/>
            <a:ext cx="4418012" cy="1395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Picture Placeholder 4">
            <a:extLst>
              <a:ext uri="{FF2B5EF4-FFF2-40B4-BE49-F238E27FC236}">
                <a16:creationId xmlns:a16="http://schemas.microsoft.com/office/drawing/2014/main" id="{143D67E2-7630-4A76-8A6E-4D3A9AF910FD}"/>
              </a:ext>
            </a:extLst>
          </p:cNvPr>
          <p:cNvSpPr>
            <a:spLocks noGrp="1"/>
          </p:cNvSpPr>
          <p:nvPr>
            <p:ph type="pic" sz="quarter" idx="11"/>
          </p:nvPr>
        </p:nvSpPr>
        <p:spPr>
          <a:xfrm>
            <a:off x="2127250" y="4149725"/>
            <a:ext cx="4418013" cy="1200150"/>
          </a:xfrm>
        </p:spPr>
        <p:txBody>
          <a:bodyPr/>
          <a:lstStyle/>
          <a:p>
            <a:endParaRPr lang="en-US"/>
          </a:p>
        </p:txBody>
      </p:sp>
    </p:spTree>
    <p:extLst>
      <p:ext uri="{BB962C8B-B14F-4D97-AF65-F5344CB8AC3E}">
        <p14:creationId xmlns:p14="http://schemas.microsoft.com/office/powerpoint/2010/main" val="385424859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hapter Opener">
    <p:spTree>
      <p:nvGrpSpPr>
        <p:cNvPr id="1" name="Shape 37"/>
        <p:cNvGrpSpPr/>
        <p:nvPr/>
      </p:nvGrpSpPr>
      <p:grpSpPr>
        <a:xfrm>
          <a:off x="0" y="0"/>
          <a:ext cx="0" cy="0"/>
          <a:chOff x="0" y="0"/>
          <a:chExt cx="0" cy="0"/>
        </a:xfrm>
      </p:grpSpPr>
      <p:sp>
        <p:nvSpPr>
          <p:cNvPr id="38" name="Shape 38"/>
          <p:cNvSpPr txBox="1">
            <a:spLocks noGrp="1"/>
          </p:cNvSpPr>
          <p:nvPr>
            <p:ph type="title"/>
          </p:nvPr>
        </p:nvSpPr>
        <p:spPr>
          <a:xfrm>
            <a:off x="457200" y="215371"/>
            <a:ext cx="8229600" cy="622828"/>
          </a:xfrm>
          <a:prstGeom prst="rect">
            <a:avLst/>
          </a:prstGeom>
          <a:noFill/>
          <a:ln>
            <a:noFill/>
          </a:ln>
        </p:spPr>
        <p:txBody>
          <a:bodyPr lIns="91425" tIns="91425" rIns="91425" bIns="91425" anchor="t"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Times New Roman"/>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a:p>
        </p:txBody>
      </p:sp>
      <p:sp>
        <p:nvSpPr>
          <p:cNvPr id="39" name="Shape 39"/>
          <p:cNvSpPr txBox="1">
            <a:spLocks noGrp="1"/>
          </p:cNvSpPr>
          <p:nvPr>
            <p:ph type="body" idx="1"/>
          </p:nvPr>
        </p:nvSpPr>
        <p:spPr>
          <a:xfrm>
            <a:off x="457200" y="816429"/>
            <a:ext cx="8229600" cy="478970"/>
          </a:xfrm>
          <a:prstGeom prst="rect">
            <a:avLst/>
          </a:prstGeom>
          <a:noFill/>
          <a:ln>
            <a:noFill/>
          </a:ln>
        </p:spPr>
        <p:txBody>
          <a:bodyPr lIns="91425" tIns="91425" rIns="91425" bIns="91425" anchor="t" anchorCtr="0"/>
          <a:lstStyle>
            <a:lvl1pPr marL="0" marR="0" lvl="0" indent="0" algn="l" rtl="0">
              <a:spcBef>
                <a:spcPts val="0"/>
              </a:spcBef>
              <a:buClr>
                <a:srgbClr val="007FA3"/>
              </a:buClr>
              <a:buFont typeface="Arial"/>
              <a:buNone/>
              <a:defRPr sz="2000" b="0" i="0" u="none" strike="noStrike" cap="none">
                <a:solidFill>
                  <a:srgbClr val="007FA3"/>
                </a:solidFill>
                <a:latin typeface="Arial"/>
                <a:ea typeface="Arial"/>
                <a:cs typeface="Arial"/>
                <a:sym typeface="Arial"/>
              </a:defRPr>
            </a:lvl1pPr>
            <a:lvl2pPr marL="0" marR="0" lvl="1"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2pPr>
            <a:lvl3pPr marL="0" marR="0" lvl="2" indent="0" algn="l" rtl="0">
              <a:spcBef>
                <a:spcPts val="0"/>
              </a:spcBef>
              <a:buClr>
                <a:srgbClr val="007FA3"/>
              </a:buClr>
              <a:buFont typeface="Noto Sans Symbols"/>
              <a:buNone/>
              <a:defRPr sz="2400" b="0" i="0" u="none" strike="noStrike" cap="none">
                <a:solidFill>
                  <a:schemeClr val="lt1"/>
                </a:solidFill>
                <a:latin typeface="Arial"/>
                <a:ea typeface="Arial"/>
                <a:cs typeface="Arial"/>
                <a:sym typeface="Arial"/>
              </a:defRPr>
            </a:lvl3pPr>
            <a:lvl4pPr marL="0" marR="0" lvl="3"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4pPr>
            <a:lvl5pPr marL="0" marR="0" lvl="4"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5pPr>
            <a:lvl6pPr marL="0" marR="0" lvl="5"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6pPr>
            <a:lvl7pPr marL="0" marR="0" lvl="6"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7pPr>
            <a:lvl8pPr marL="0" marR="0" lvl="7"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8pPr>
            <a:lvl9pPr marL="0" marR="0" lvl="8"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9pPr>
          </a:lstStyle>
          <a:p>
            <a:endParaRPr/>
          </a:p>
        </p:txBody>
      </p:sp>
      <p:sp>
        <p:nvSpPr>
          <p:cNvPr id="40" name="Shape 40"/>
          <p:cNvSpPr txBox="1">
            <a:spLocks noGrp="1"/>
          </p:cNvSpPr>
          <p:nvPr>
            <p:ph type="body" idx="2"/>
          </p:nvPr>
        </p:nvSpPr>
        <p:spPr>
          <a:xfrm>
            <a:off x="5029200" y="1600200"/>
            <a:ext cx="3657600" cy="1600198"/>
          </a:xfrm>
          <a:prstGeom prst="rect">
            <a:avLst/>
          </a:prstGeom>
          <a:noFill/>
          <a:ln>
            <a:noFill/>
          </a:ln>
        </p:spPr>
        <p:txBody>
          <a:bodyPr lIns="91425" tIns="91425" rIns="91425" bIns="91425" anchor="b" anchorCtr="0"/>
          <a:lstStyle>
            <a:lvl1pPr marL="0" marR="0" lvl="0" indent="0" algn="l" rtl="0">
              <a:spcBef>
                <a:spcPts val="0"/>
              </a:spcBef>
              <a:buClr>
                <a:srgbClr val="007FA3"/>
              </a:buClr>
              <a:buFont typeface="Arial"/>
              <a:buNone/>
              <a:defRPr sz="3000" b="0" i="0" u="none" strike="noStrike" cap="none">
                <a:solidFill>
                  <a:schemeClr val="dk1"/>
                </a:solidFill>
                <a:latin typeface="Arial"/>
                <a:ea typeface="Arial"/>
                <a:cs typeface="Arial"/>
                <a:sym typeface="Arial"/>
              </a:defRPr>
            </a:lvl1pPr>
            <a:lvl2pPr marL="0" marR="0" lvl="1"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2pPr>
            <a:lvl3pPr marL="0" marR="0" lvl="2" indent="0" algn="l" rtl="0">
              <a:spcBef>
                <a:spcPts val="0"/>
              </a:spcBef>
              <a:buClr>
                <a:srgbClr val="007FA3"/>
              </a:buClr>
              <a:buFont typeface="Noto Sans Symbols"/>
              <a:buNone/>
              <a:defRPr sz="4400" b="0" i="0" u="none" strike="noStrike" cap="none">
                <a:solidFill>
                  <a:schemeClr val="dk1"/>
                </a:solidFill>
                <a:latin typeface="Arial"/>
                <a:ea typeface="Arial"/>
                <a:cs typeface="Arial"/>
                <a:sym typeface="Arial"/>
              </a:defRPr>
            </a:lvl3pPr>
            <a:lvl4pPr marL="0" marR="0" lvl="3"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4pPr>
            <a:lvl5pPr marL="0" marR="0" lvl="4"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5pPr>
            <a:lvl6pPr marL="0" marR="0" lvl="5"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6pPr>
            <a:lvl7pPr marL="0" marR="0" lvl="6"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7pPr>
            <a:lvl8pPr marL="0" marR="0" lvl="7"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8pPr>
            <a:lvl9pPr marL="0" marR="0" lvl="8"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9pPr>
          </a:lstStyle>
          <a:p>
            <a:endParaRPr/>
          </a:p>
        </p:txBody>
      </p:sp>
      <p:sp>
        <p:nvSpPr>
          <p:cNvPr id="41" name="Shape 41"/>
          <p:cNvSpPr txBox="1">
            <a:spLocks noGrp="1"/>
          </p:cNvSpPr>
          <p:nvPr>
            <p:ph type="body" idx="3"/>
          </p:nvPr>
        </p:nvSpPr>
        <p:spPr>
          <a:xfrm>
            <a:off x="5029200" y="3200400"/>
            <a:ext cx="3657600" cy="2925763"/>
          </a:xfrm>
          <a:prstGeom prst="rect">
            <a:avLst/>
          </a:prstGeom>
          <a:noFill/>
          <a:ln>
            <a:noFill/>
          </a:ln>
        </p:spPr>
        <p:txBody>
          <a:bodyPr lIns="91425" tIns="91425" rIns="91425" bIns="91425" anchor="t" anchorCtr="0"/>
          <a:lstStyle>
            <a:lvl1pPr marL="0" marR="0" lvl="0" indent="0" algn="l" rtl="0">
              <a:spcBef>
                <a:spcPts val="0"/>
              </a:spcBef>
              <a:buClr>
                <a:srgbClr val="007FA3"/>
              </a:buClr>
              <a:buFont typeface="Arial"/>
              <a:buNone/>
              <a:defRPr sz="2200" b="0" i="0" u="none" strike="noStrike" cap="none">
                <a:solidFill>
                  <a:schemeClr val="dk1"/>
                </a:solidFill>
                <a:latin typeface="Arial"/>
                <a:ea typeface="Arial"/>
                <a:cs typeface="Arial"/>
                <a:sym typeface="Arial"/>
              </a:defRPr>
            </a:lvl1pPr>
            <a:lvl2pPr marL="0" marR="0" lvl="1"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2pPr>
            <a:lvl3pPr marL="0" marR="0" lvl="2" indent="0" algn="l" rtl="0">
              <a:spcBef>
                <a:spcPts val="0"/>
              </a:spcBef>
              <a:buClr>
                <a:srgbClr val="007FA3"/>
              </a:buClr>
              <a:buFont typeface="Noto Sans Symbols"/>
              <a:buNone/>
              <a:defRPr sz="1600" b="0" i="0" u="none" strike="noStrike" cap="none">
                <a:solidFill>
                  <a:schemeClr val="dk1"/>
                </a:solidFill>
                <a:latin typeface="Arial"/>
                <a:ea typeface="Arial"/>
                <a:cs typeface="Arial"/>
                <a:sym typeface="Arial"/>
              </a:defRPr>
            </a:lvl3pPr>
            <a:lvl4pPr marL="0" marR="0" lvl="3"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4pPr>
            <a:lvl5pPr marL="0" marR="0" lvl="4"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5pPr>
            <a:lvl6pPr marL="0" marR="0" lvl="5"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6pPr>
            <a:lvl7pPr marL="0" marR="0" lvl="6"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7pPr>
            <a:lvl8pPr marL="0" marR="0" lvl="7"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8pPr>
            <a:lvl9pPr marL="0" marR="0" lvl="8"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9pPr>
          </a:lstStyle>
          <a:p>
            <a:endParaRPr/>
          </a:p>
        </p:txBody>
      </p:sp>
      <p:sp>
        <p:nvSpPr>
          <p:cNvPr id="42" name="Shape 42"/>
          <p:cNvSpPr txBox="1">
            <a:spLocks noGrp="1"/>
          </p:cNvSpPr>
          <p:nvPr>
            <p:ph type="ftr" idx="11"/>
          </p:nvPr>
        </p:nvSpPr>
        <p:spPr>
          <a:xfrm>
            <a:off x="93969" y="6165337"/>
            <a:ext cx="8595359" cy="235462"/>
          </a:xfrm>
          <a:prstGeom prst="rect">
            <a:avLst/>
          </a:prstGeom>
          <a:noFill/>
          <a:ln>
            <a:noFill/>
          </a:ln>
        </p:spPr>
        <p:txBody>
          <a:bodyPr lIns="91425" tIns="91425" rIns="91425" bIns="91425" anchor="b" anchorCtr="0"/>
          <a:lstStyle>
            <a:lvl1pPr marL="0" marR="0" lvl="0" indent="0" algn="l" rtl="0">
              <a:spcBef>
                <a:spcPts val="0"/>
              </a:spcBef>
              <a:buNone/>
              <a:defRPr sz="11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43" name="Shape 43"/>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lt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44" name="Shape 44"/>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
        <p:nvSpPr>
          <p:cNvPr id="9" name="Shape 39"/>
          <p:cNvSpPr txBox="1">
            <a:spLocks noGrp="1"/>
          </p:cNvSpPr>
          <p:nvPr>
            <p:ph type="body" idx="13"/>
          </p:nvPr>
        </p:nvSpPr>
        <p:spPr>
          <a:xfrm>
            <a:off x="474779" y="1500547"/>
            <a:ext cx="8229600" cy="205153"/>
          </a:xfrm>
          <a:prstGeom prst="rect">
            <a:avLst/>
          </a:prstGeom>
          <a:noFill/>
          <a:ln>
            <a:noFill/>
          </a:ln>
        </p:spPr>
        <p:txBody>
          <a:bodyPr lIns="91425" tIns="91425" rIns="91425" bIns="91425" anchor="t" anchorCtr="0"/>
          <a:lstStyle>
            <a:lvl1pPr marL="0" marR="0" lvl="0" indent="0" algn="l" rtl="0">
              <a:spcBef>
                <a:spcPts val="0"/>
              </a:spcBef>
              <a:buClr>
                <a:srgbClr val="007FA3"/>
              </a:buClr>
              <a:buFont typeface="Arial"/>
              <a:buNone/>
              <a:defRPr sz="2000" b="0" i="0" u="none" strike="noStrike" cap="none">
                <a:solidFill>
                  <a:srgbClr val="007FA3"/>
                </a:solidFill>
                <a:latin typeface="Arial"/>
                <a:ea typeface="Arial"/>
                <a:cs typeface="Arial"/>
                <a:sym typeface="Arial"/>
              </a:defRPr>
            </a:lvl1pPr>
            <a:lvl2pPr marL="0" marR="0" lvl="1"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2pPr>
            <a:lvl3pPr marL="0" marR="0" lvl="2" indent="0" algn="l" rtl="0">
              <a:spcBef>
                <a:spcPts val="0"/>
              </a:spcBef>
              <a:buClr>
                <a:srgbClr val="007FA3"/>
              </a:buClr>
              <a:buFont typeface="Noto Sans Symbols"/>
              <a:buNone/>
              <a:defRPr sz="2400" b="0" i="0" u="none" strike="noStrike" cap="none">
                <a:solidFill>
                  <a:schemeClr val="lt1"/>
                </a:solidFill>
                <a:latin typeface="Arial"/>
                <a:ea typeface="Arial"/>
                <a:cs typeface="Arial"/>
                <a:sym typeface="Arial"/>
              </a:defRPr>
            </a:lvl3pPr>
            <a:lvl4pPr marL="0" marR="0" lvl="3"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4pPr>
            <a:lvl5pPr marL="0" marR="0" lvl="4"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5pPr>
            <a:lvl6pPr marL="0" marR="0" lvl="5"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6pPr>
            <a:lvl7pPr marL="0" marR="0" lvl="6"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7pPr>
            <a:lvl8pPr marL="0" marR="0" lvl="7"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8pPr>
            <a:lvl9pPr marL="0" marR="0" lvl="8"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9pPr>
          </a:lstStyle>
          <a:p>
            <a:endParaRPr/>
          </a:p>
        </p:txBody>
      </p:sp>
    </p:spTree>
    <p:extLst>
      <p:ext uri="{BB962C8B-B14F-4D97-AF65-F5344CB8AC3E}">
        <p14:creationId xmlns:p14="http://schemas.microsoft.com/office/powerpoint/2010/main" val="306885795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Footer Placeholder 1"/>
          <p:cNvSpPr>
            <a:spLocks noGrp="1"/>
          </p:cNvSpPr>
          <p:nvPr>
            <p:ph type="ftr" idx="10"/>
          </p:nvPr>
        </p:nvSpPr>
        <p:spPr/>
        <p:txBody>
          <a:bodyPr/>
          <a:lstStyle/>
          <a:p>
            <a:endParaRPr lang="en-IN"/>
          </a:p>
        </p:txBody>
      </p:sp>
      <p:sp>
        <p:nvSpPr>
          <p:cNvPr id="3" name="Date Placeholder 2"/>
          <p:cNvSpPr>
            <a:spLocks noGrp="1"/>
          </p:cNvSpPr>
          <p:nvPr>
            <p:ph type="dt" idx="11"/>
          </p:nvPr>
        </p:nvSpPr>
        <p:spPr/>
        <p:txBody>
          <a:bodyPr/>
          <a:lstStyle/>
          <a:p>
            <a:endParaRPr lang="en-IN"/>
          </a:p>
        </p:txBody>
      </p:sp>
      <p:sp>
        <p:nvSpPr>
          <p:cNvPr id="4" name="Slide Number Placeholder 3"/>
          <p:cNvSpPr>
            <a:spLocks noGrp="1"/>
          </p:cNvSpPr>
          <p:nvPr>
            <p:ph type="sldNum" idx="12"/>
          </p:nvPr>
        </p:nvSpPr>
        <p:spPr/>
        <p:txBody>
          <a:bodyPr/>
          <a:lstStyle/>
          <a:p>
            <a:pPr marL="0" marR="0" lvl="0" indent="0" algn="r" rtl="0">
              <a:spcBef>
                <a:spcPts val="0"/>
              </a:spcBef>
              <a:buSzPct val="25000"/>
              <a:buNone/>
            </a:pPr>
            <a:fld id="{00000000-1234-1234-1234-123412341234}" type="slidenum">
              <a:rPr lang="en-US" sz="900" b="0" i="0" u="none" strike="noStrike" cap="none" smtClean="0">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117399563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1_Chapter Opener">
    <p:spTree>
      <p:nvGrpSpPr>
        <p:cNvPr id="1" name="Shape 37"/>
        <p:cNvGrpSpPr/>
        <p:nvPr/>
      </p:nvGrpSpPr>
      <p:grpSpPr>
        <a:xfrm>
          <a:off x="0" y="0"/>
          <a:ext cx="0" cy="0"/>
          <a:chOff x="0" y="0"/>
          <a:chExt cx="0" cy="0"/>
        </a:xfrm>
      </p:grpSpPr>
      <p:sp>
        <p:nvSpPr>
          <p:cNvPr id="38" name="Shape 38"/>
          <p:cNvSpPr txBox="1">
            <a:spLocks noGrp="1"/>
          </p:cNvSpPr>
          <p:nvPr>
            <p:ph type="title"/>
          </p:nvPr>
        </p:nvSpPr>
        <p:spPr>
          <a:xfrm>
            <a:off x="457200" y="215371"/>
            <a:ext cx="8229600" cy="622828"/>
          </a:xfrm>
          <a:prstGeom prst="rect">
            <a:avLst/>
          </a:prstGeom>
          <a:noFill/>
          <a:ln>
            <a:noFill/>
          </a:ln>
        </p:spPr>
        <p:txBody>
          <a:bodyPr lIns="91425" tIns="91425" rIns="91425" bIns="91425" anchor="t"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Arial (Headings)"/>
                <a:ea typeface="Arial (Headings)"/>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dirty="0"/>
          </a:p>
        </p:txBody>
      </p:sp>
      <p:sp>
        <p:nvSpPr>
          <p:cNvPr id="39" name="Shape 39"/>
          <p:cNvSpPr txBox="1">
            <a:spLocks noGrp="1"/>
          </p:cNvSpPr>
          <p:nvPr>
            <p:ph type="body" idx="1"/>
          </p:nvPr>
        </p:nvSpPr>
        <p:spPr>
          <a:xfrm>
            <a:off x="457200" y="816429"/>
            <a:ext cx="8229600" cy="478970"/>
          </a:xfrm>
          <a:prstGeom prst="rect">
            <a:avLst/>
          </a:prstGeom>
          <a:noFill/>
          <a:ln>
            <a:noFill/>
          </a:ln>
        </p:spPr>
        <p:txBody>
          <a:bodyPr lIns="91425" tIns="91425" rIns="91425" bIns="91425" anchor="t" anchorCtr="0"/>
          <a:lstStyle>
            <a:lvl1pPr marL="0" marR="0" lvl="0" indent="0" algn="l" rtl="0">
              <a:spcBef>
                <a:spcPts val="0"/>
              </a:spcBef>
              <a:buClr>
                <a:srgbClr val="007FA3"/>
              </a:buClr>
              <a:buFont typeface="Arial"/>
              <a:buNone/>
              <a:defRPr sz="2000" b="0" i="0" u="none" strike="noStrike" cap="none">
                <a:solidFill>
                  <a:srgbClr val="007FA3"/>
                </a:solidFill>
                <a:latin typeface="Arial"/>
                <a:ea typeface="Arial"/>
                <a:cs typeface="Arial"/>
                <a:sym typeface="Arial"/>
              </a:defRPr>
            </a:lvl1pPr>
            <a:lvl2pPr marL="0" marR="0" lvl="1"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2pPr>
            <a:lvl3pPr marL="0" marR="0" lvl="2" indent="0" algn="l" rtl="0">
              <a:spcBef>
                <a:spcPts val="0"/>
              </a:spcBef>
              <a:buClr>
                <a:srgbClr val="007FA3"/>
              </a:buClr>
              <a:buFont typeface="Noto Sans Symbols"/>
              <a:buNone/>
              <a:defRPr sz="2400" b="0" i="0" u="none" strike="noStrike" cap="none">
                <a:solidFill>
                  <a:schemeClr val="lt1"/>
                </a:solidFill>
                <a:latin typeface="Arial"/>
                <a:ea typeface="Arial"/>
                <a:cs typeface="Arial"/>
                <a:sym typeface="Arial"/>
              </a:defRPr>
            </a:lvl3pPr>
            <a:lvl4pPr marL="0" marR="0" lvl="3"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4pPr>
            <a:lvl5pPr marL="0" marR="0" lvl="4"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5pPr>
            <a:lvl6pPr marL="0" marR="0" lvl="5"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6pPr>
            <a:lvl7pPr marL="0" marR="0" lvl="6"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7pPr>
            <a:lvl8pPr marL="0" marR="0" lvl="7"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8pPr>
            <a:lvl9pPr marL="0" marR="0" lvl="8"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9pPr>
          </a:lstStyle>
          <a:p>
            <a:endParaRPr/>
          </a:p>
        </p:txBody>
      </p:sp>
      <p:sp>
        <p:nvSpPr>
          <p:cNvPr id="40" name="Shape 40"/>
          <p:cNvSpPr txBox="1">
            <a:spLocks noGrp="1"/>
          </p:cNvSpPr>
          <p:nvPr>
            <p:ph type="body" idx="2"/>
          </p:nvPr>
        </p:nvSpPr>
        <p:spPr>
          <a:xfrm>
            <a:off x="5029200" y="1600200"/>
            <a:ext cx="3657600" cy="1600198"/>
          </a:xfrm>
          <a:prstGeom prst="rect">
            <a:avLst/>
          </a:prstGeom>
          <a:noFill/>
          <a:ln>
            <a:noFill/>
          </a:ln>
        </p:spPr>
        <p:txBody>
          <a:bodyPr lIns="91425" tIns="91425" rIns="91425" bIns="91425" anchor="b" anchorCtr="0"/>
          <a:lstStyle>
            <a:lvl1pPr marL="0" marR="0" lvl="0" indent="0" algn="l" rtl="0">
              <a:spcBef>
                <a:spcPts val="0"/>
              </a:spcBef>
              <a:buClr>
                <a:srgbClr val="007FA3"/>
              </a:buClr>
              <a:buFont typeface="Arial"/>
              <a:buNone/>
              <a:defRPr sz="3000" b="0" i="0" u="none" strike="noStrike" cap="none">
                <a:solidFill>
                  <a:schemeClr val="dk1"/>
                </a:solidFill>
                <a:latin typeface="Arial"/>
                <a:ea typeface="Arial"/>
                <a:cs typeface="Arial"/>
                <a:sym typeface="Arial"/>
              </a:defRPr>
            </a:lvl1pPr>
            <a:lvl2pPr marL="0" marR="0" lvl="1"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2pPr>
            <a:lvl3pPr marL="0" marR="0" lvl="2" indent="0" algn="l" rtl="0">
              <a:spcBef>
                <a:spcPts val="0"/>
              </a:spcBef>
              <a:buClr>
                <a:srgbClr val="007FA3"/>
              </a:buClr>
              <a:buFont typeface="Noto Sans Symbols"/>
              <a:buNone/>
              <a:defRPr sz="4400" b="0" i="0" u="none" strike="noStrike" cap="none">
                <a:solidFill>
                  <a:schemeClr val="dk1"/>
                </a:solidFill>
                <a:latin typeface="Arial"/>
                <a:ea typeface="Arial"/>
                <a:cs typeface="Arial"/>
                <a:sym typeface="Arial"/>
              </a:defRPr>
            </a:lvl3pPr>
            <a:lvl4pPr marL="0" marR="0" lvl="3"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4pPr>
            <a:lvl5pPr marL="0" marR="0" lvl="4"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5pPr>
            <a:lvl6pPr marL="0" marR="0" lvl="5"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6pPr>
            <a:lvl7pPr marL="0" marR="0" lvl="6"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7pPr>
            <a:lvl8pPr marL="0" marR="0" lvl="7"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8pPr>
            <a:lvl9pPr marL="0" marR="0" lvl="8" indent="0" algn="l" rtl="0">
              <a:spcBef>
                <a:spcPts val="0"/>
              </a:spcBef>
              <a:buClr>
                <a:srgbClr val="007FA3"/>
              </a:buClr>
              <a:buFont typeface="Arial"/>
              <a:buNone/>
              <a:defRPr sz="4400" b="0" i="0" u="none" strike="noStrike" cap="none">
                <a:solidFill>
                  <a:schemeClr val="dk1"/>
                </a:solidFill>
                <a:latin typeface="Arial"/>
                <a:ea typeface="Arial"/>
                <a:cs typeface="Arial"/>
                <a:sym typeface="Arial"/>
              </a:defRPr>
            </a:lvl9pPr>
          </a:lstStyle>
          <a:p>
            <a:endParaRPr/>
          </a:p>
        </p:txBody>
      </p:sp>
      <p:sp>
        <p:nvSpPr>
          <p:cNvPr id="41" name="Shape 41"/>
          <p:cNvSpPr txBox="1">
            <a:spLocks noGrp="1"/>
          </p:cNvSpPr>
          <p:nvPr>
            <p:ph type="body" idx="3"/>
          </p:nvPr>
        </p:nvSpPr>
        <p:spPr>
          <a:xfrm>
            <a:off x="5029200" y="3200400"/>
            <a:ext cx="3657600" cy="2925763"/>
          </a:xfrm>
          <a:prstGeom prst="rect">
            <a:avLst/>
          </a:prstGeom>
          <a:noFill/>
          <a:ln>
            <a:noFill/>
          </a:ln>
        </p:spPr>
        <p:txBody>
          <a:bodyPr lIns="91425" tIns="91425" rIns="91425" bIns="91425" anchor="t" anchorCtr="0"/>
          <a:lstStyle>
            <a:lvl1pPr marL="0" marR="0" lvl="0" indent="0" algn="l" rtl="0">
              <a:spcBef>
                <a:spcPts val="0"/>
              </a:spcBef>
              <a:buClr>
                <a:srgbClr val="007FA3"/>
              </a:buClr>
              <a:buFont typeface="Arial"/>
              <a:buNone/>
              <a:defRPr sz="2200" b="0" i="0" u="none" strike="noStrike" cap="none">
                <a:solidFill>
                  <a:schemeClr val="dk1"/>
                </a:solidFill>
                <a:latin typeface="Arial"/>
                <a:ea typeface="Arial"/>
                <a:cs typeface="Arial"/>
                <a:sym typeface="Arial"/>
              </a:defRPr>
            </a:lvl1pPr>
            <a:lvl2pPr marL="0" marR="0" lvl="1"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2pPr>
            <a:lvl3pPr marL="0" marR="0" lvl="2" indent="0" algn="l" rtl="0">
              <a:spcBef>
                <a:spcPts val="0"/>
              </a:spcBef>
              <a:buClr>
                <a:srgbClr val="007FA3"/>
              </a:buClr>
              <a:buFont typeface="Noto Sans Symbols"/>
              <a:buNone/>
              <a:defRPr sz="1600" b="0" i="0" u="none" strike="noStrike" cap="none">
                <a:solidFill>
                  <a:schemeClr val="dk1"/>
                </a:solidFill>
                <a:latin typeface="Arial"/>
                <a:ea typeface="Arial"/>
                <a:cs typeface="Arial"/>
                <a:sym typeface="Arial"/>
              </a:defRPr>
            </a:lvl3pPr>
            <a:lvl4pPr marL="0" marR="0" lvl="3"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4pPr>
            <a:lvl5pPr marL="0" marR="0" lvl="4"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5pPr>
            <a:lvl6pPr marL="0" marR="0" lvl="5"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6pPr>
            <a:lvl7pPr marL="0" marR="0" lvl="6"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7pPr>
            <a:lvl8pPr marL="0" marR="0" lvl="7"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8pPr>
            <a:lvl9pPr marL="0" marR="0" lvl="8"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9pPr>
          </a:lstStyle>
          <a:p>
            <a:endParaRPr/>
          </a:p>
        </p:txBody>
      </p:sp>
      <p:sp>
        <p:nvSpPr>
          <p:cNvPr id="42" name="Shape 42"/>
          <p:cNvSpPr txBox="1">
            <a:spLocks noGrp="1"/>
          </p:cNvSpPr>
          <p:nvPr>
            <p:ph type="ftr" idx="11"/>
          </p:nvPr>
        </p:nvSpPr>
        <p:spPr>
          <a:xfrm>
            <a:off x="93969" y="6165337"/>
            <a:ext cx="8595359" cy="235462"/>
          </a:xfrm>
          <a:prstGeom prst="rect">
            <a:avLst/>
          </a:prstGeom>
          <a:noFill/>
          <a:ln>
            <a:noFill/>
          </a:ln>
        </p:spPr>
        <p:txBody>
          <a:bodyPr lIns="91425" tIns="91425" rIns="91425" bIns="91425" anchor="b" anchorCtr="0"/>
          <a:lstStyle>
            <a:lvl1pPr marL="0" marR="0" lvl="0" indent="0" algn="l" rtl="0">
              <a:spcBef>
                <a:spcPts val="0"/>
              </a:spcBef>
              <a:buNone/>
              <a:defRPr sz="11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43" name="Shape 43"/>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lt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44" name="Shape 44"/>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
        <p:nvSpPr>
          <p:cNvPr id="9" name="Shape 39"/>
          <p:cNvSpPr txBox="1">
            <a:spLocks noGrp="1"/>
          </p:cNvSpPr>
          <p:nvPr>
            <p:ph type="body" idx="13"/>
          </p:nvPr>
        </p:nvSpPr>
        <p:spPr>
          <a:xfrm>
            <a:off x="474779" y="1500547"/>
            <a:ext cx="8229600" cy="205153"/>
          </a:xfrm>
          <a:prstGeom prst="rect">
            <a:avLst/>
          </a:prstGeom>
          <a:noFill/>
          <a:ln>
            <a:noFill/>
          </a:ln>
        </p:spPr>
        <p:txBody>
          <a:bodyPr lIns="91425" tIns="91425" rIns="91425" bIns="91425" anchor="t" anchorCtr="0"/>
          <a:lstStyle>
            <a:lvl1pPr marL="0" marR="0" lvl="0" indent="0" algn="l" rtl="0">
              <a:spcBef>
                <a:spcPts val="0"/>
              </a:spcBef>
              <a:buClr>
                <a:srgbClr val="007FA3"/>
              </a:buClr>
              <a:buFont typeface="Arial"/>
              <a:buNone/>
              <a:defRPr sz="2000" b="0" i="0" u="none" strike="noStrike" cap="none">
                <a:solidFill>
                  <a:srgbClr val="007FA3"/>
                </a:solidFill>
                <a:latin typeface="Arial"/>
                <a:ea typeface="Arial"/>
                <a:cs typeface="Arial"/>
                <a:sym typeface="Arial"/>
              </a:defRPr>
            </a:lvl1pPr>
            <a:lvl2pPr marL="0" marR="0" lvl="1"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2pPr>
            <a:lvl3pPr marL="0" marR="0" lvl="2" indent="0" algn="l" rtl="0">
              <a:spcBef>
                <a:spcPts val="0"/>
              </a:spcBef>
              <a:buClr>
                <a:srgbClr val="007FA3"/>
              </a:buClr>
              <a:buFont typeface="Noto Sans Symbols"/>
              <a:buNone/>
              <a:defRPr sz="2400" b="0" i="0" u="none" strike="noStrike" cap="none">
                <a:solidFill>
                  <a:schemeClr val="lt1"/>
                </a:solidFill>
                <a:latin typeface="Arial"/>
                <a:ea typeface="Arial"/>
                <a:cs typeface="Arial"/>
                <a:sym typeface="Arial"/>
              </a:defRPr>
            </a:lvl3pPr>
            <a:lvl4pPr marL="0" marR="0" lvl="3"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4pPr>
            <a:lvl5pPr marL="0" marR="0" lvl="4"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5pPr>
            <a:lvl6pPr marL="0" marR="0" lvl="5"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6pPr>
            <a:lvl7pPr marL="0" marR="0" lvl="6"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7pPr>
            <a:lvl8pPr marL="0" marR="0" lvl="7"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8pPr>
            <a:lvl9pPr marL="0" marR="0" lvl="8"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9pPr>
          </a:lstStyle>
          <a:p>
            <a:endParaRPr/>
          </a:p>
        </p:txBody>
      </p:sp>
      <p:sp>
        <p:nvSpPr>
          <p:cNvPr id="3" name="Picture Placeholder 2">
            <a:extLst>
              <a:ext uri="{FF2B5EF4-FFF2-40B4-BE49-F238E27FC236}">
                <a16:creationId xmlns:a16="http://schemas.microsoft.com/office/drawing/2014/main" id="{A7B86D8D-7E57-4733-AA5A-C6136254BFEA}"/>
              </a:ext>
            </a:extLst>
          </p:cNvPr>
          <p:cNvSpPr>
            <a:spLocks noGrp="1"/>
          </p:cNvSpPr>
          <p:nvPr>
            <p:ph type="pic" sz="quarter" idx="14"/>
          </p:nvPr>
        </p:nvSpPr>
        <p:spPr>
          <a:xfrm>
            <a:off x="735013" y="2495550"/>
            <a:ext cx="3546475" cy="1119188"/>
          </a:xfrm>
        </p:spPr>
        <p:txBody>
          <a:bodyPr/>
          <a:lstStyle/>
          <a:p>
            <a:endParaRPr lang="en-US"/>
          </a:p>
        </p:txBody>
      </p:sp>
      <p:sp>
        <p:nvSpPr>
          <p:cNvPr id="5" name="Picture Placeholder 4">
            <a:extLst>
              <a:ext uri="{FF2B5EF4-FFF2-40B4-BE49-F238E27FC236}">
                <a16:creationId xmlns:a16="http://schemas.microsoft.com/office/drawing/2014/main" id="{32D9E9EB-3E4C-472F-A7BA-98CFA5350DD9}"/>
              </a:ext>
            </a:extLst>
          </p:cNvPr>
          <p:cNvSpPr>
            <a:spLocks noGrp="1"/>
          </p:cNvSpPr>
          <p:nvPr>
            <p:ph type="pic" sz="quarter" idx="15"/>
          </p:nvPr>
        </p:nvSpPr>
        <p:spPr>
          <a:xfrm>
            <a:off x="717550" y="4095750"/>
            <a:ext cx="3657600" cy="954088"/>
          </a:xfrm>
        </p:spPr>
        <p:txBody>
          <a:bodyPr/>
          <a:lstStyle/>
          <a:p>
            <a:endParaRPr lang="en-US"/>
          </a:p>
        </p:txBody>
      </p:sp>
    </p:spTree>
    <p:extLst>
      <p:ext uri="{BB962C8B-B14F-4D97-AF65-F5344CB8AC3E}">
        <p14:creationId xmlns:p14="http://schemas.microsoft.com/office/powerpoint/2010/main" val="19803653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g"/></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5.xml"/><Relationship Id="rId2" Type="http://schemas.openxmlformats.org/officeDocument/2006/relationships/slideLayout" Target="../slideLayouts/slideLayout14.xml"/><Relationship Id="rId1" Type="http://schemas.openxmlformats.org/officeDocument/2006/relationships/slideLayout" Target="../slideLayouts/slideLayout13.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Shape 10"/>
          <p:cNvSpPr txBox="1">
            <a:spLocks noGrp="1"/>
          </p:cNvSpPr>
          <p:nvPr>
            <p:ph type="title"/>
          </p:nvPr>
        </p:nvSpPr>
        <p:spPr>
          <a:xfrm>
            <a:off x="457200" y="215371"/>
            <a:ext cx="8229600" cy="1097279"/>
          </a:xfrm>
          <a:prstGeom prst="rect">
            <a:avLst/>
          </a:prstGeom>
          <a:noFill/>
          <a:ln>
            <a:noFill/>
          </a:ln>
        </p:spPr>
        <p:txBody>
          <a:bodyPr lIns="91425" tIns="91425" rIns="91425" bIns="91425" anchor="b"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Times New Roman"/>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a:p>
        </p:txBody>
      </p:sp>
      <p:sp>
        <p:nvSpPr>
          <p:cNvPr id="11" name="Shape 11"/>
          <p:cNvSpPr txBox="1">
            <a:spLocks noGrp="1"/>
          </p:cNvSpPr>
          <p:nvPr>
            <p:ph type="body" idx="1"/>
          </p:nvPr>
        </p:nvSpPr>
        <p:spPr>
          <a:xfrm>
            <a:off x="457200" y="1600200"/>
            <a:ext cx="8229600" cy="4525963"/>
          </a:xfrm>
          <a:prstGeom prst="rect">
            <a:avLst/>
          </a:prstGeom>
          <a:noFill/>
          <a:ln>
            <a:noFill/>
          </a:ln>
        </p:spPr>
        <p:txBody>
          <a:bodyPr lIns="91425" tIns="91425" rIns="91425" bIns="91425" anchor="t" anchorCtr="0"/>
          <a:lstStyle>
            <a:lvl1pPr marL="256032" marR="0" lvl="0" indent="-154432" algn="l" rtl="0">
              <a:spcBef>
                <a:spcPts val="1500"/>
              </a:spcBef>
              <a:buClr>
                <a:srgbClr val="007FA3"/>
              </a:buClr>
              <a:buSzPct val="100000"/>
              <a:buFont typeface="Arial"/>
              <a:buChar char="•"/>
              <a:defRPr sz="1600" b="0" i="0" u="none" strike="noStrike" cap="none">
                <a:solidFill>
                  <a:schemeClr val="dk1"/>
                </a:solidFill>
                <a:latin typeface="Arial"/>
                <a:ea typeface="Arial"/>
                <a:cs typeface="Arial"/>
                <a:sym typeface="Arial"/>
              </a:defRPr>
            </a:lvl1pPr>
            <a:lvl2pPr marL="742950" marR="0" lvl="1" indent="-18415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2pPr>
            <a:lvl3pPr marL="1143000" marR="0" lvl="2" indent="-127000" algn="l" rtl="0">
              <a:spcBef>
                <a:spcPts val="600"/>
              </a:spcBef>
              <a:buClr>
                <a:srgbClr val="007FA3"/>
              </a:buClr>
              <a:buSzPct val="100000"/>
              <a:buFont typeface="Noto Sans Symbols"/>
              <a:buChar char="▪"/>
              <a:defRPr sz="1600" b="0" i="0" u="none" strike="noStrike" cap="none">
                <a:solidFill>
                  <a:schemeClr val="dk1"/>
                </a:solidFill>
                <a:latin typeface="Arial"/>
                <a:ea typeface="Arial"/>
                <a:cs typeface="Arial"/>
                <a:sym typeface="Arial"/>
              </a:defRPr>
            </a:lvl3pPr>
            <a:lvl4pPr marL="1600200" marR="0" lvl="3"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4pPr>
            <a:lvl5pPr marL="2057400" marR="0" lvl="4"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5pPr>
            <a:lvl6pPr marL="2514600" marR="0" lvl="5"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6pPr>
            <a:lvl7pPr marL="2971800" marR="0" lvl="6"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7pPr>
            <a:lvl8pPr marL="3429000" marR="0" lvl="7"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8pPr>
            <a:lvl9pPr marL="3886200" marR="0" lvl="8"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9pPr>
          </a:lstStyle>
          <a:p>
            <a:endParaRPr dirty="0"/>
          </a:p>
        </p:txBody>
      </p:sp>
      <p:sp>
        <p:nvSpPr>
          <p:cNvPr id="12" name="Shape 12"/>
          <p:cNvSpPr txBox="1">
            <a:spLocks noGrp="1"/>
          </p:cNvSpPr>
          <p:nvPr>
            <p:ph type="ftr" idx="11"/>
          </p:nvPr>
        </p:nvSpPr>
        <p:spPr>
          <a:xfrm>
            <a:off x="93969" y="6172200"/>
            <a:ext cx="8595359" cy="235462"/>
          </a:xfrm>
          <a:prstGeom prst="rect">
            <a:avLst/>
          </a:prstGeom>
          <a:noFill/>
          <a:ln>
            <a:noFill/>
          </a:ln>
        </p:spPr>
        <p:txBody>
          <a:bodyPr lIns="91425" tIns="91425" rIns="91425" bIns="91425" anchor="b" anchorCtr="0"/>
          <a:lstStyle>
            <a:lvl1pPr marL="0" marR="0" lvl="0" indent="0" algn="l" rtl="0">
              <a:spcBef>
                <a:spcPts val="0"/>
              </a:spcBef>
              <a:buNone/>
              <a:defRPr sz="11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13" name="Shape 13"/>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lt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14" name="Shape 14"/>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
        <p:nvSpPr>
          <p:cNvPr id="9" name="Text Placeholder 5"/>
          <p:cNvSpPr txBox="1">
            <a:spLocks/>
          </p:cNvSpPr>
          <p:nvPr userDrawn="1"/>
        </p:nvSpPr>
        <p:spPr>
          <a:xfrm>
            <a:off x="2773680" y="6451421"/>
            <a:ext cx="5986222" cy="221018"/>
          </a:xfrm>
          <a:prstGeom prst="rect">
            <a:avLst/>
          </a:prstGeom>
        </p:spPr>
        <p:txBody>
          <a:bodyPr lIns="0" tIns="18000" rIns="0" bIns="18000" anchor="ctr" anchorCtr="0">
            <a:spAutoFit/>
          </a:bodyPr>
          <a:lstStyle>
            <a:defPPr marR="0" lvl="0" algn="l" rtl="0">
              <a:lnSpc>
                <a:spcPct val="100000"/>
              </a:lnSpc>
              <a:spcBef>
                <a:spcPts val="0"/>
              </a:spcBef>
              <a:spcAft>
                <a:spcPts val="0"/>
              </a:spcAft>
            </a:defPPr>
            <a:lvl1pPr marL="255588" marR="0" lvl="0" indent="-255588"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9pPr>
          </a:lstStyle>
          <a:p>
            <a:pPr algn="r"/>
            <a:r>
              <a:rPr lang="en-US" altLang="en-US" sz="1200" dirty="0">
                <a:solidFill>
                  <a:schemeClr val="tx1"/>
                </a:solidFill>
                <a:latin typeface="Verdana"/>
                <a:ea typeface="Verdana" panose="020B0604030504040204" pitchFamily="34" charset="0"/>
                <a:cs typeface="Verdana" panose="020B0604030504040204" pitchFamily="34" charset="0"/>
              </a:rPr>
              <a:t>Copyright © 2019, 2016, 2013 Pearson Education, Inc. All Rights Reserved</a:t>
            </a:r>
          </a:p>
        </p:txBody>
      </p:sp>
      <p:pic>
        <p:nvPicPr>
          <p:cNvPr id="16" name="Picture Placeholder 12" descr="Pearson Logo">
            <a:extLst>
              <a:ext uri="{FF2B5EF4-FFF2-40B4-BE49-F238E27FC236}">
                <a16:creationId xmlns:a16="http://schemas.microsoft.com/office/drawing/2014/main" id="{A740732E-66B0-4142-BCCA-F60C8010CCF2}"/>
              </a:ext>
            </a:extLst>
          </p:cNvPr>
          <p:cNvPicPr>
            <a:picLocks noChangeAspect="1"/>
          </p:cNvPicPr>
          <p:nvPr userDrawn="1"/>
        </p:nvPicPr>
        <p:blipFill>
          <a:blip r:embed="rId14"/>
          <a:stretch>
            <a:fillRect/>
          </a:stretch>
        </p:blipFill>
        <p:spPr>
          <a:xfrm>
            <a:off x="441719" y="6436570"/>
            <a:ext cx="914400" cy="276225"/>
          </a:xfrm>
          <a:prstGeom prst="rect">
            <a:avLst/>
          </a:prstGeom>
        </p:spPr>
      </p:pic>
    </p:spTree>
  </p:cSld>
  <p:clrMap bg1="lt1" tx1="dk1" bg2="dk2" tx2="lt2" accent1="accent1" accent2="accent2" accent3="accent3" accent4="accent4" accent5="accent5" accent6="accent6" hlink="hlink" folHlink="folHlink"/>
  <p:sldLayoutIdLst>
    <p:sldLayoutId id="2147483665" r:id="rId1"/>
    <p:sldLayoutId id="2147483666" r:id="rId2"/>
    <p:sldLayoutId id="2147483649" r:id="rId3"/>
    <p:sldLayoutId id="2147483668" r:id="rId4"/>
    <p:sldLayoutId id="2147483669" r:id="rId5"/>
    <p:sldLayoutId id="2147483651" r:id="rId6"/>
    <p:sldLayoutId id="2147483654" r:id="rId7"/>
    <p:sldLayoutId id="2147483655" r:id="rId8"/>
    <p:sldLayoutId id="2147483656" r:id="rId9"/>
    <p:sldLayoutId id="2147483667" r:id="rId10"/>
    <p:sldLayoutId id="2147483657" r:id="rId11"/>
    <p:sldLayoutId id="2147483696"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1pPr>
    </p:titleStyle>
    <p:bodyStyle>
      <a:defPPr marR="0" lvl="0" algn="l" rtl="0">
        <a:lnSpc>
          <a:spcPct val="100000"/>
        </a:lnSpc>
        <a:spcBef>
          <a:spcPts val="0"/>
        </a:spcBef>
        <a:spcAft>
          <a:spcPts val="0"/>
        </a:spcAft>
      </a:defPPr>
      <a:lvl1pPr marL="255588" marR="0" lvl="0" indent="-255588"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lt1"/>
        </a:solidFill>
        <a:effectLst/>
      </p:bgPr>
    </p:bg>
    <p:spTree>
      <p:nvGrpSpPr>
        <p:cNvPr id="1" name="Shape 9"/>
        <p:cNvGrpSpPr/>
        <p:nvPr/>
      </p:nvGrpSpPr>
      <p:grpSpPr>
        <a:xfrm>
          <a:off x="0" y="0"/>
          <a:ext cx="0" cy="0"/>
          <a:chOff x="0" y="0"/>
          <a:chExt cx="0" cy="0"/>
        </a:xfrm>
      </p:grpSpPr>
      <p:sp>
        <p:nvSpPr>
          <p:cNvPr id="10" name="Shape 10"/>
          <p:cNvSpPr txBox="1">
            <a:spLocks noGrp="1"/>
          </p:cNvSpPr>
          <p:nvPr>
            <p:ph type="title"/>
          </p:nvPr>
        </p:nvSpPr>
        <p:spPr>
          <a:xfrm>
            <a:off x="457200" y="215371"/>
            <a:ext cx="8229600" cy="1097279"/>
          </a:xfrm>
          <a:prstGeom prst="rect">
            <a:avLst/>
          </a:prstGeom>
          <a:noFill/>
          <a:ln>
            <a:noFill/>
          </a:ln>
        </p:spPr>
        <p:txBody>
          <a:bodyPr lIns="91425" tIns="91425" rIns="91425" bIns="91425" anchor="b"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Times New Roman"/>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a:p>
        </p:txBody>
      </p:sp>
      <p:sp>
        <p:nvSpPr>
          <p:cNvPr id="11" name="Shape 11"/>
          <p:cNvSpPr txBox="1">
            <a:spLocks noGrp="1"/>
          </p:cNvSpPr>
          <p:nvPr>
            <p:ph type="body" idx="1"/>
          </p:nvPr>
        </p:nvSpPr>
        <p:spPr>
          <a:xfrm>
            <a:off x="457200" y="1600200"/>
            <a:ext cx="8229600" cy="4525963"/>
          </a:xfrm>
          <a:prstGeom prst="rect">
            <a:avLst/>
          </a:prstGeom>
          <a:noFill/>
          <a:ln>
            <a:noFill/>
          </a:ln>
        </p:spPr>
        <p:txBody>
          <a:bodyPr lIns="91425" tIns="91425" rIns="91425" bIns="91425" anchor="t" anchorCtr="0"/>
          <a:lstStyle>
            <a:lvl1pPr marL="256032" marR="0" lvl="0" indent="-154432" algn="l" rtl="0">
              <a:spcBef>
                <a:spcPts val="1500"/>
              </a:spcBef>
              <a:buClr>
                <a:srgbClr val="007FA3"/>
              </a:buClr>
              <a:buSzPct val="100000"/>
              <a:buFont typeface="Arial"/>
              <a:buChar char="•"/>
              <a:defRPr sz="1600" b="0" i="0" u="none" strike="noStrike" cap="none">
                <a:solidFill>
                  <a:schemeClr val="dk1"/>
                </a:solidFill>
                <a:latin typeface="Arial"/>
                <a:ea typeface="Arial"/>
                <a:cs typeface="Arial"/>
                <a:sym typeface="Arial"/>
              </a:defRPr>
            </a:lvl1pPr>
            <a:lvl2pPr marL="742950" marR="0" lvl="1" indent="-18415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2pPr>
            <a:lvl3pPr marL="1143000" marR="0" lvl="2" indent="-127000" algn="l" rtl="0">
              <a:spcBef>
                <a:spcPts val="600"/>
              </a:spcBef>
              <a:buClr>
                <a:srgbClr val="007FA3"/>
              </a:buClr>
              <a:buSzPct val="100000"/>
              <a:buFont typeface="Noto Sans Symbols"/>
              <a:buChar char="▪"/>
              <a:defRPr sz="1600" b="0" i="0" u="none" strike="noStrike" cap="none">
                <a:solidFill>
                  <a:schemeClr val="dk1"/>
                </a:solidFill>
                <a:latin typeface="Arial"/>
                <a:ea typeface="Arial"/>
                <a:cs typeface="Arial"/>
                <a:sym typeface="Arial"/>
              </a:defRPr>
            </a:lvl3pPr>
            <a:lvl4pPr marL="1600200" marR="0" lvl="3"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4pPr>
            <a:lvl5pPr marL="2057400" marR="0" lvl="4"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5pPr>
            <a:lvl6pPr marL="2514600" marR="0" lvl="5"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6pPr>
            <a:lvl7pPr marL="2971800" marR="0" lvl="6"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7pPr>
            <a:lvl8pPr marL="3429000" marR="0" lvl="7"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8pPr>
            <a:lvl9pPr marL="3886200" marR="0" lvl="8"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9pPr>
          </a:lstStyle>
          <a:p>
            <a:endParaRPr dirty="0"/>
          </a:p>
        </p:txBody>
      </p:sp>
      <p:sp>
        <p:nvSpPr>
          <p:cNvPr id="12" name="Shape 12"/>
          <p:cNvSpPr txBox="1">
            <a:spLocks noGrp="1"/>
          </p:cNvSpPr>
          <p:nvPr>
            <p:ph type="ftr" idx="11"/>
          </p:nvPr>
        </p:nvSpPr>
        <p:spPr>
          <a:xfrm>
            <a:off x="93969" y="6172200"/>
            <a:ext cx="8595359" cy="235462"/>
          </a:xfrm>
          <a:prstGeom prst="rect">
            <a:avLst/>
          </a:prstGeom>
          <a:noFill/>
          <a:ln>
            <a:noFill/>
          </a:ln>
        </p:spPr>
        <p:txBody>
          <a:bodyPr lIns="91425" tIns="91425" rIns="91425" bIns="91425" anchor="b" anchorCtr="0"/>
          <a:lstStyle>
            <a:lvl1pPr marL="0" marR="0" lvl="0" indent="0" algn="l" rtl="0">
              <a:spcBef>
                <a:spcPts val="0"/>
              </a:spcBef>
              <a:buNone/>
              <a:defRPr sz="11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13" name="Shape 13"/>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lt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14" name="Shape 14"/>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200283969"/>
      </p:ext>
    </p:extLst>
  </p:cSld>
  <p:clrMap bg1="lt1" tx1="dk1" bg2="dk2" tx2="lt2" accent1="accent1" accent2="accent2" accent3="accent3" accent4="accent4" accent5="accent5" accent6="accent6" hlink="hlink" folHlink="folHlink"/>
  <p:sldLayoutIdLst>
    <p:sldLayoutId id="2147483664" r:id="rId1"/>
    <p:sldLayoutId id="2147483694" r:id="rId2"/>
    <p:sldLayoutId id="2147483695" r:id="rId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1pPr>
    </p:titleStyle>
    <p:bodyStyle>
      <a:defPPr marR="0" lvl="0" algn="l" rtl="0">
        <a:lnSpc>
          <a:spcPct val="100000"/>
        </a:lnSpc>
        <a:spcBef>
          <a:spcPts val="0"/>
        </a:spcBef>
        <a:spcAft>
          <a:spcPts val="0"/>
        </a:spcAft>
      </a:defPPr>
      <a:lvl1pPr marL="255588" marR="0" lvl="0" indent="-256032"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15.xml"/><Relationship Id="rId4"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39948" y="314583"/>
            <a:ext cx="8272252" cy="1144347"/>
          </a:xfrm>
        </p:spPr>
        <p:txBody>
          <a:bodyPr lIns="0" tIns="18000" rIns="0" bIns="18000" anchor="t" anchorCtr="0">
            <a:spAutoFit/>
          </a:bodyPr>
          <a:lstStyle/>
          <a:p>
            <a:r>
              <a:rPr lang="en-US" sz="3600" dirty="0">
                <a:latin typeface="+mj-lt"/>
                <a:cs typeface="Times New Roman" panose="02020603050405020304" pitchFamily="18" charset="0"/>
              </a:rPr>
              <a:t>Practical Research: Planning and Design</a:t>
            </a:r>
            <a:endParaRPr lang="en-US" sz="3600" dirty="0">
              <a:solidFill>
                <a:schemeClr val="tx2"/>
              </a:solidFill>
              <a:latin typeface="+mj-lt"/>
              <a:cs typeface="Times New Roman" panose="02020603050405020304" pitchFamily="18" charset="0"/>
            </a:endParaRPr>
          </a:p>
        </p:txBody>
      </p:sp>
      <p:sp>
        <p:nvSpPr>
          <p:cNvPr id="3" name="Text Placeholder 2"/>
          <p:cNvSpPr>
            <a:spLocks noGrp="1"/>
          </p:cNvSpPr>
          <p:nvPr>
            <p:ph type="body" idx="1"/>
          </p:nvPr>
        </p:nvSpPr>
        <p:spPr>
          <a:xfrm>
            <a:off x="439948" y="1667053"/>
            <a:ext cx="8272252" cy="344128"/>
          </a:xfrm>
        </p:spPr>
        <p:txBody>
          <a:bodyPr wrap="square" lIns="0" tIns="18000" rIns="0" bIns="18000" anchor="t" anchorCtr="0">
            <a:spAutoFit/>
          </a:bodyPr>
          <a:lstStyle/>
          <a:p>
            <a:r>
              <a:rPr lang="en-US" dirty="0">
                <a:latin typeface="Arial" panose="020B0604020202020204" pitchFamily="34" charset="0"/>
                <a:cs typeface="Arial" panose="020B0604020202020204" pitchFamily="34" charset="0"/>
              </a:rPr>
              <a:t>Twelfth Edition</a:t>
            </a:r>
          </a:p>
        </p:txBody>
      </p:sp>
      <p:pic>
        <p:nvPicPr>
          <p:cNvPr id="11" name="Picture Placeholder 10" descr="Front Cover: Practical Research: Planning and Design Twelfth Edition by Leedy and Ormrod.">
            <a:extLst>
              <a:ext uri="{FF2B5EF4-FFF2-40B4-BE49-F238E27FC236}">
                <a16:creationId xmlns:a16="http://schemas.microsoft.com/office/drawing/2014/main" id="{3404E0E7-E186-4457-B728-08F8E7ADD930}"/>
              </a:ext>
            </a:extLst>
          </p:cNvPr>
          <p:cNvPicPr>
            <a:picLocks noGrp="1" noChangeAspect="1"/>
          </p:cNvPicPr>
          <p:nvPr>
            <p:ph type="pic" sz="quarter" idx="14"/>
          </p:nvPr>
        </p:nvPicPr>
        <p:blipFill>
          <a:blip r:embed="rId3"/>
          <a:stretch>
            <a:fillRect/>
          </a:stretch>
        </p:blipFill>
        <p:spPr>
          <a:xfrm>
            <a:off x="440805" y="2218522"/>
            <a:ext cx="3247505" cy="4051069"/>
          </a:xfrm>
          <a:prstGeom prst="rect">
            <a:avLst/>
          </a:prstGeom>
        </p:spPr>
      </p:pic>
      <p:sp>
        <p:nvSpPr>
          <p:cNvPr id="4" name="Text Placeholder 3"/>
          <p:cNvSpPr>
            <a:spLocks noGrp="1"/>
          </p:cNvSpPr>
          <p:nvPr>
            <p:ph type="body" idx="2"/>
          </p:nvPr>
        </p:nvSpPr>
        <p:spPr>
          <a:xfrm>
            <a:off x="4580629" y="2871974"/>
            <a:ext cx="2099303" cy="498016"/>
          </a:xfrm>
        </p:spPr>
        <p:txBody>
          <a:bodyPr wrap="square" lIns="0" tIns="18000" rIns="0" bIns="18000" anchor="t" anchorCtr="0">
            <a:spAutoFit/>
          </a:bodyPr>
          <a:lstStyle/>
          <a:p>
            <a:pPr lvl="0"/>
            <a:r>
              <a:rPr lang="en-US" dirty="0">
                <a:latin typeface="Arial" panose="020B0604020202020204" pitchFamily="34" charset="0"/>
                <a:cs typeface="Arial" panose="020B0604020202020204" pitchFamily="34" charset="0"/>
              </a:rPr>
              <a:t>Chapter 12</a:t>
            </a:r>
          </a:p>
        </p:txBody>
      </p:sp>
      <p:sp>
        <p:nvSpPr>
          <p:cNvPr id="5" name="Text Placeholder 4"/>
          <p:cNvSpPr>
            <a:spLocks noGrp="1"/>
          </p:cNvSpPr>
          <p:nvPr>
            <p:ph type="body" idx="3"/>
          </p:nvPr>
        </p:nvSpPr>
        <p:spPr>
          <a:xfrm>
            <a:off x="4580628" y="3668904"/>
            <a:ext cx="4131571" cy="713460"/>
          </a:xfrm>
        </p:spPr>
        <p:txBody>
          <a:bodyPr wrap="square" lIns="0" tIns="18000" rIns="0" bIns="18000">
            <a:spAutoFit/>
          </a:bodyPr>
          <a:lstStyle/>
          <a:p>
            <a:r>
              <a:rPr lang="en-US" altLang="en-US" dirty="0">
                <a:latin typeface="Arial" panose="020B0604020202020204" pitchFamily="34" charset="0"/>
                <a:cs typeface="Arial" panose="020B0604020202020204" pitchFamily="34" charset="0"/>
              </a:rPr>
              <a:t>Analyzing Qualitative and Mixed Methods Data</a:t>
            </a:r>
          </a:p>
        </p:txBody>
      </p:sp>
      <p:pic>
        <p:nvPicPr>
          <p:cNvPr id="13" name="Picture Placeholder 12" descr="Pearson Logo">
            <a:extLst>
              <a:ext uri="{FF2B5EF4-FFF2-40B4-BE49-F238E27FC236}">
                <a16:creationId xmlns:a16="http://schemas.microsoft.com/office/drawing/2014/main" id="{B1452051-097A-4E47-A9C4-A6DFE1F8F6A1}"/>
              </a:ext>
            </a:extLst>
          </p:cNvPr>
          <p:cNvPicPr>
            <a:picLocks noGrp="1" noChangeAspect="1"/>
          </p:cNvPicPr>
          <p:nvPr>
            <p:ph type="pic" sz="quarter" idx="15"/>
          </p:nvPr>
        </p:nvPicPr>
        <p:blipFill>
          <a:blip r:embed="rId4"/>
          <a:stretch>
            <a:fillRect/>
          </a:stretch>
        </p:blipFill>
        <p:spPr>
          <a:xfrm>
            <a:off x="441719" y="6436570"/>
            <a:ext cx="914400" cy="276225"/>
          </a:xfrm>
          <a:prstGeom prst="rect">
            <a:avLst/>
          </a:prstGeom>
        </p:spPr>
      </p:pic>
      <p:sp>
        <p:nvSpPr>
          <p:cNvPr id="6" name="Text Placeholder 5"/>
          <p:cNvSpPr>
            <a:spLocks noGrp="1"/>
          </p:cNvSpPr>
          <p:nvPr>
            <p:ph type="body" idx="13"/>
          </p:nvPr>
        </p:nvSpPr>
        <p:spPr>
          <a:xfrm>
            <a:off x="2772000" y="6451200"/>
            <a:ext cx="5986800" cy="221018"/>
          </a:xfrm>
        </p:spPr>
        <p:txBody>
          <a:bodyPr lIns="0" tIns="18000" rIns="0" bIns="18000" anchor="ctr">
            <a:spAutoFit/>
          </a:bodyPr>
          <a:lstStyle/>
          <a:p>
            <a:pPr algn="r"/>
            <a:r>
              <a:rPr lang="en-US" altLang="en-US" sz="1200" dirty="0">
                <a:solidFill>
                  <a:schemeClr val="tx1"/>
                </a:solidFill>
                <a:latin typeface="Verdana"/>
                <a:ea typeface="Verdana" panose="020B0604030504040204" pitchFamily="34" charset="0"/>
                <a:cs typeface="Verdana" panose="020B0604030504040204" pitchFamily="34" charset="0"/>
              </a:rPr>
              <a:t>Copyright © 2019, 2016, 2013 Pearson Education, Inc. All Rights Reserved</a:t>
            </a:r>
          </a:p>
        </p:txBody>
      </p:sp>
    </p:spTree>
    <p:extLst>
      <p:ext uri="{BB962C8B-B14F-4D97-AF65-F5344CB8AC3E}">
        <p14:creationId xmlns:p14="http://schemas.microsoft.com/office/powerpoint/2010/main" val="13612340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60190"/>
            <a:ext cx="8229600" cy="590349"/>
          </a:xfrm>
        </p:spPr>
        <p:txBody>
          <a:bodyPr lIns="0" tIns="18000" rIns="0" bIns="18000">
            <a:spAutoFit/>
          </a:bodyPr>
          <a:lstStyle/>
          <a:p>
            <a:pPr lvl="0">
              <a:spcBef>
                <a:spcPct val="0"/>
              </a:spcBef>
              <a:buClrTx/>
            </a:pPr>
            <a:r>
              <a:rPr lang="en-US" sz="3600" kern="1200" dirty="0">
                <a:latin typeface="+mj-lt"/>
                <a:ea typeface="+mj-ea"/>
                <a:cs typeface="Times New Roman" panose="02020603050405020304" pitchFamily="18" charset="0"/>
              </a:rPr>
              <a:t>The Nature of Qualitative Analysis</a:t>
            </a:r>
          </a:p>
        </p:txBody>
      </p:sp>
      <p:sp>
        <p:nvSpPr>
          <p:cNvPr id="3" name="Text Placeholder 2"/>
          <p:cNvSpPr>
            <a:spLocks noGrp="1"/>
          </p:cNvSpPr>
          <p:nvPr>
            <p:ph type="body" idx="1"/>
          </p:nvPr>
        </p:nvSpPr>
        <p:spPr>
          <a:xfrm>
            <a:off x="457200" y="1064411"/>
            <a:ext cx="8255000" cy="1914455"/>
          </a:xfrm>
        </p:spPr>
        <p:txBody>
          <a:bodyPr wrap="square" lIns="0" tIns="18000" rIns="0" bIns="18000">
            <a:spAutoFit/>
          </a:bodyPr>
          <a:lstStyle/>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Combined with data collection</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May lead to additional data collection</a:t>
            </a:r>
          </a:p>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Largely inductive</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Flexible and open-ended</a:t>
            </a:r>
          </a:p>
        </p:txBody>
      </p:sp>
    </p:spTree>
    <p:extLst>
      <p:ext uri="{BB962C8B-B14F-4D97-AF65-F5344CB8AC3E}">
        <p14:creationId xmlns:p14="http://schemas.microsoft.com/office/powerpoint/2010/main" val="39854903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46960"/>
            <a:ext cx="8229600" cy="1144347"/>
          </a:xfrm>
        </p:spPr>
        <p:txBody>
          <a:bodyPr lIns="0" tIns="18000" rIns="0" bIns="18000">
            <a:spAutoFit/>
          </a:bodyPr>
          <a:lstStyle/>
          <a:p>
            <a:pPr lvl="0">
              <a:spcBef>
                <a:spcPct val="0"/>
              </a:spcBef>
              <a:buClrTx/>
            </a:pPr>
            <a:r>
              <a:rPr lang="en-US" sz="3600" kern="1200" dirty="0">
                <a:latin typeface="+mj-lt"/>
                <a:ea typeface="+mj-ea"/>
                <a:cs typeface="Times New Roman" panose="02020603050405020304" pitchFamily="18" charset="0"/>
              </a:rPr>
              <a:t>Strategies for Organization and Analysis </a:t>
            </a:r>
            <a:r>
              <a:rPr lang="en-US" sz="2800" kern="1200" dirty="0">
                <a:latin typeface="+mj-lt"/>
                <a:ea typeface="+mj-ea"/>
                <a:cs typeface="Times New Roman" panose="02020603050405020304" pitchFamily="18" charset="0"/>
              </a:rPr>
              <a:t>(1 of 3)</a:t>
            </a:r>
          </a:p>
        </p:txBody>
      </p:sp>
      <p:sp>
        <p:nvSpPr>
          <p:cNvPr id="3" name="Text Placeholder 2"/>
          <p:cNvSpPr>
            <a:spLocks noGrp="1"/>
          </p:cNvSpPr>
          <p:nvPr>
            <p:ph type="body" idx="1"/>
          </p:nvPr>
        </p:nvSpPr>
        <p:spPr>
          <a:xfrm>
            <a:off x="457200" y="1727750"/>
            <a:ext cx="8229600" cy="2637064"/>
          </a:xfrm>
        </p:spPr>
        <p:txBody>
          <a:bodyPr wrap="square" lIns="0" tIns="18000" rIns="0" bIns="18000">
            <a:spAutoFit/>
          </a:bodyPr>
          <a:lstStyle/>
          <a:p>
            <a:pPr marL="432054" lvl="0" indent="-432054">
              <a:spcAft>
                <a:spcPct val="0"/>
              </a:spcAft>
              <a:buSzPts val="2400"/>
              <a:buFont typeface="+mj-lt"/>
              <a:buAutoNum type="arabicPeriod"/>
              <a:tabLst/>
            </a:pPr>
            <a:r>
              <a:rPr lang="en-US" sz="2400" kern="1200" dirty="0">
                <a:solidFill>
                  <a:srgbClr val="000000"/>
                </a:solidFill>
                <a:latin typeface="Arial" panose="020B0604020202020204" pitchFamily="34" charset="0"/>
                <a:ea typeface="+mn-ea"/>
                <a:cs typeface="Arial" panose="020B0604020202020204" pitchFamily="34" charset="0"/>
              </a:rPr>
              <a:t>Convert the data into one or more forms that will be easy to organize and analyze</a:t>
            </a:r>
          </a:p>
          <a:p>
            <a:pPr marL="432054" lvl="0" indent="-432054">
              <a:spcAft>
                <a:spcPct val="0"/>
              </a:spcAft>
              <a:buSzPts val="2400"/>
              <a:buFont typeface="+mj-lt"/>
              <a:buAutoNum type="arabicPeriod"/>
              <a:tabLst/>
            </a:pPr>
            <a:r>
              <a:rPr lang="en-US" sz="2400" kern="1200" dirty="0">
                <a:solidFill>
                  <a:srgbClr val="000000"/>
                </a:solidFill>
                <a:latin typeface="Arial" panose="020B0604020202020204" pitchFamily="34" charset="0"/>
                <a:ea typeface="+mn-ea"/>
                <a:cs typeface="Arial" panose="020B0604020202020204" pitchFamily="34" charset="0"/>
              </a:rPr>
              <a:t>Organize the data in a preliminary, superficial way that will enable you to locate them easily as you proceed.</a:t>
            </a:r>
          </a:p>
          <a:p>
            <a:pPr marL="432054" lvl="0" indent="-432054">
              <a:spcAft>
                <a:spcPct val="0"/>
              </a:spcAft>
              <a:buSzPts val="2400"/>
              <a:buFont typeface="+mj-lt"/>
              <a:buAutoNum type="arabicPeriod"/>
              <a:tabLst/>
            </a:pPr>
            <a:r>
              <a:rPr lang="en-US" sz="2400" kern="1200" dirty="0">
                <a:solidFill>
                  <a:srgbClr val="000000"/>
                </a:solidFill>
                <a:latin typeface="Arial" panose="020B0604020202020204" pitchFamily="34" charset="0"/>
                <a:ea typeface="+mn-ea"/>
                <a:cs typeface="Arial" panose="020B0604020202020204" pitchFamily="34" charset="0"/>
              </a:rPr>
              <a:t>Identify preliminary categories that are likely to be helpful in coding the data.</a:t>
            </a:r>
          </a:p>
        </p:txBody>
      </p:sp>
    </p:spTree>
    <p:extLst>
      <p:ext uri="{BB962C8B-B14F-4D97-AF65-F5344CB8AC3E}">
        <p14:creationId xmlns:p14="http://schemas.microsoft.com/office/powerpoint/2010/main" val="22843221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46962"/>
            <a:ext cx="8229600" cy="1144347"/>
          </a:xfrm>
        </p:spPr>
        <p:txBody>
          <a:bodyPr lIns="0" tIns="18000" rIns="0" bIns="18000">
            <a:spAutoFit/>
          </a:bodyPr>
          <a:lstStyle/>
          <a:p>
            <a:pPr lvl="0">
              <a:spcBef>
                <a:spcPct val="0"/>
              </a:spcBef>
              <a:buClrTx/>
            </a:pPr>
            <a:r>
              <a:rPr lang="en-US" sz="3600" kern="1200" dirty="0">
                <a:latin typeface="+mj-lt"/>
                <a:ea typeface="+mj-ea"/>
                <a:cs typeface="Times New Roman" panose="02020603050405020304" pitchFamily="18" charset="0"/>
              </a:rPr>
              <a:t>Strategies for Organization and Analysis </a:t>
            </a:r>
            <a:r>
              <a:rPr lang="en-US" sz="2800" kern="1200" dirty="0">
                <a:latin typeface="+mj-lt"/>
                <a:ea typeface="+mj-ea"/>
                <a:cs typeface="Times New Roman" panose="02020603050405020304" pitchFamily="18" charset="0"/>
              </a:rPr>
              <a:t>(2 of 3)</a:t>
            </a:r>
          </a:p>
        </p:txBody>
      </p:sp>
      <p:sp>
        <p:nvSpPr>
          <p:cNvPr id="3" name="Text Placeholder 2"/>
          <p:cNvSpPr>
            <a:spLocks noGrp="1"/>
          </p:cNvSpPr>
          <p:nvPr>
            <p:ph type="body" idx="1"/>
          </p:nvPr>
        </p:nvSpPr>
        <p:spPr>
          <a:xfrm>
            <a:off x="457200" y="1719047"/>
            <a:ext cx="8229600" cy="3568088"/>
          </a:xfrm>
        </p:spPr>
        <p:txBody>
          <a:bodyPr wrap="square" lIns="0" tIns="18000" rIns="0" bIns="18000">
            <a:spAutoFit/>
          </a:bodyPr>
          <a:lstStyle/>
          <a:p>
            <a:pPr marL="432054" lvl="0" indent="-432054">
              <a:spcAft>
                <a:spcPct val="0"/>
              </a:spcAft>
              <a:buSzPts val="2400"/>
              <a:buFont typeface="+mj-lt"/>
              <a:buAutoNum type="arabicPeriod" startAt="4"/>
              <a:tabLst/>
            </a:pPr>
            <a:r>
              <a:rPr lang="en-US" sz="2400" kern="1200" dirty="0">
                <a:solidFill>
                  <a:srgbClr val="000000"/>
                </a:solidFill>
                <a:latin typeface="Arial" panose="020B0604020202020204" pitchFamily="34" charset="0"/>
                <a:ea typeface="+mn-ea"/>
                <a:cs typeface="Arial" panose="020B0604020202020204" pitchFamily="34" charset="0"/>
              </a:rPr>
              <a:t>Divide the data into meaningful units that will be individually coded.</a:t>
            </a:r>
          </a:p>
          <a:p>
            <a:pPr marL="432054" lvl="0" indent="-432054">
              <a:spcAft>
                <a:spcPct val="0"/>
              </a:spcAft>
              <a:buSzPts val="2400"/>
              <a:buFont typeface="+mj-lt"/>
              <a:buAutoNum type="arabicPeriod" startAt="4"/>
              <a:tabLst/>
            </a:pPr>
            <a:r>
              <a:rPr lang="en-US" sz="2400" kern="1200" dirty="0">
                <a:solidFill>
                  <a:srgbClr val="000000"/>
                </a:solidFill>
                <a:latin typeface="Arial" panose="020B0604020202020204" pitchFamily="34" charset="0"/>
                <a:ea typeface="+mn-ea"/>
                <a:cs typeface="Arial" panose="020B0604020202020204" pitchFamily="34" charset="0"/>
              </a:rPr>
              <a:t>Apply the initial coding scheme to a subset of the data.</a:t>
            </a:r>
          </a:p>
          <a:p>
            <a:pPr marL="432054" lvl="0" indent="-432054">
              <a:spcAft>
                <a:spcPct val="0"/>
              </a:spcAft>
              <a:buSzPts val="2400"/>
              <a:buFont typeface="+mj-lt"/>
              <a:buAutoNum type="arabicPeriod" startAt="4"/>
              <a:tabLst/>
            </a:pPr>
            <a:r>
              <a:rPr lang="en-US" sz="2400" kern="1200" dirty="0">
                <a:solidFill>
                  <a:srgbClr val="000000"/>
                </a:solidFill>
                <a:latin typeface="Arial" panose="020B0604020202020204" pitchFamily="34" charset="0"/>
                <a:ea typeface="+mn-ea"/>
                <a:cs typeface="Arial" panose="020B0604020202020204" pitchFamily="34" charset="0"/>
              </a:rPr>
              <a:t>Construct a final list of codes and subcodes, and define each code and subcode as specifically and concretely as possible.</a:t>
            </a:r>
          </a:p>
          <a:p>
            <a:pPr marL="432054" lvl="0" indent="-432054">
              <a:spcAft>
                <a:spcPct val="0"/>
              </a:spcAft>
              <a:buSzPts val="2400"/>
              <a:buFont typeface="+mj-lt"/>
              <a:buAutoNum type="arabicPeriod" startAt="4"/>
              <a:tabLst/>
            </a:pPr>
            <a:r>
              <a:rPr lang="en-US" sz="2400" kern="1200" dirty="0">
                <a:solidFill>
                  <a:srgbClr val="000000"/>
                </a:solidFill>
                <a:latin typeface="Arial" panose="020B0604020202020204" pitchFamily="34" charset="0"/>
                <a:ea typeface="+mn-ea"/>
                <a:cs typeface="Arial" panose="020B0604020202020204" pitchFamily="34" charset="0"/>
              </a:rPr>
              <a:t>Consider using two or more raters to code the data independently.</a:t>
            </a:r>
          </a:p>
        </p:txBody>
      </p:sp>
    </p:spTree>
    <p:extLst>
      <p:ext uri="{BB962C8B-B14F-4D97-AF65-F5344CB8AC3E}">
        <p14:creationId xmlns:p14="http://schemas.microsoft.com/office/powerpoint/2010/main" val="33084923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46963"/>
            <a:ext cx="8229600" cy="1144347"/>
          </a:xfrm>
        </p:spPr>
        <p:txBody>
          <a:bodyPr lIns="0" tIns="18000" rIns="0" bIns="18000">
            <a:spAutoFit/>
          </a:bodyPr>
          <a:lstStyle/>
          <a:p>
            <a:pPr lvl="0">
              <a:spcBef>
                <a:spcPct val="0"/>
              </a:spcBef>
              <a:buClrTx/>
            </a:pPr>
            <a:r>
              <a:rPr lang="en-US" sz="3600" kern="1200" dirty="0">
                <a:latin typeface="+mj-lt"/>
                <a:ea typeface="+mj-ea"/>
                <a:cs typeface="Times New Roman" panose="02020603050405020304" pitchFamily="18" charset="0"/>
              </a:rPr>
              <a:t>Strategies for Organization and Analysis </a:t>
            </a:r>
            <a:r>
              <a:rPr lang="en-US" sz="2800" kern="1200" dirty="0">
                <a:latin typeface="+mj-lt"/>
                <a:ea typeface="+mj-ea"/>
                <a:cs typeface="Times New Roman" panose="02020603050405020304" pitchFamily="18" charset="0"/>
              </a:rPr>
              <a:t>(3 of 3)</a:t>
            </a:r>
          </a:p>
        </p:txBody>
      </p:sp>
      <p:sp>
        <p:nvSpPr>
          <p:cNvPr id="3" name="Text Placeholder 2"/>
          <p:cNvSpPr>
            <a:spLocks noGrp="1"/>
          </p:cNvSpPr>
          <p:nvPr>
            <p:ph type="body" idx="1"/>
          </p:nvPr>
        </p:nvSpPr>
        <p:spPr>
          <a:xfrm>
            <a:off x="431800" y="1717914"/>
            <a:ext cx="8229600" cy="2637064"/>
          </a:xfrm>
        </p:spPr>
        <p:txBody>
          <a:bodyPr wrap="square" lIns="0" tIns="18000" rIns="0" bIns="18000">
            <a:spAutoFit/>
          </a:bodyPr>
          <a:lstStyle/>
          <a:p>
            <a:pPr marL="432054" lvl="0" indent="-432054">
              <a:spcAft>
                <a:spcPct val="0"/>
              </a:spcAft>
              <a:buSzPts val="2400"/>
              <a:buFont typeface="+mj-lt"/>
              <a:buAutoNum type="arabicPeriod" startAt="8"/>
              <a:tabLst/>
            </a:pPr>
            <a:r>
              <a:rPr lang="en-US" sz="2400" kern="1200" dirty="0">
                <a:solidFill>
                  <a:srgbClr val="000000"/>
                </a:solidFill>
                <a:latin typeface="Arial" panose="020B0604020202020204" pitchFamily="34" charset="0"/>
                <a:ea typeface="+mn-ea"/>
                <a:cs typeface="Arial" panose="020B0604020202020204" pitchFamily="34" charset="0"/>
              </a:rPr>
              <a:t>Identify noteworthy patterns and relationships among the codes.</a:t>
            </a:r>
          </a:p>
          <a:p>
            <a:pPr marL="432054" lvl="0" indent="-432054">
              <a:spcAft>
                <a:spcPct val="0"/>
              </a:spcAft>
              <a:buSzPts val="2400"/>
              <a:buFont typeface="+mj-lt"/>
              <a:buAutoNum type="arabicPeriod" startAt="8"/>
              <a:tabLst/>
            </a:pPr>
            <a:r>
              <a:rPr lang="en-US" sz="2400" kern="1200" dirty="0">
                <a:solidFill>
                  <a:srgbClr val="000000"/>
                </a:solidFill>
                <a:latin typeface="Arial" panose="020B0604020202020204" pitchFamily="34" charset="0"/>
                <a:ea typeface="+mn-ea"/>
                <a:cs typeface="Arial" panose="020B0604020202020204" pitchFamily="34" charset="0"/>
              </a:rPr>
              <a:t>Be alert for exceptions, tensions, and contradictions within the data set.</a:t>
            </a:r>
          </a:p>
          <a:p>
            <a:pPr marL="432054" lvl="0" indent="-432054">
              <a:spcAft>
                <a:spcPct val="0"/>
              </a:spcAft>
              <a:buSzPts val="2400"/>
              <a:buFont typeface="+mj-lt"/>
              <a:buAutoNum type="arabicPeriod" startAt="8"/>
              <a:tabLst/>
            </a:pPr>
            <a:r>
              <a:rPr lang="en-US" sz="2400" kern="1200" dirty="0">
                <a:solidFill>
                  <a:srgbClr val="000000"/>
                </a:solidFill>
                <a:latin typeface="Arial" panose="020B0604020202020204" pitchFamily="34" charset="0"/>
                <a:ea typeface="+mn-ea"/>
                <a:cs typeface="Arial" panose="020B0604020202020204" pitchFamily="34" charset="0"/>
              </a:rPr>
              <a:t>Interpret the data in light of your research problem and questions.</a:t>
            </a:r>
          </a:p>
        </p:txBody>
      </p:sp>
    </p:spTree>
    <p:extLst>
      <p:ext uri="{BB962C8B-B14F-4D97-AF65-F5344CB8AC3E}">
        <p14:creationId xmlns:p14="http://schemas.microsoft.com/office/powerpoint/2010/main" val="1290228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60187"/>
            <a:ext cx="8229600" cy="590349"/>
          </a:xfrm>
        </p:spPr>
        <p:txBody>
          <a:bodyPr lIns="0" tIns="18000" rIns="0" bIns="18000">
            <a:spAutoFit/>
          </a:bodyPr>
          <a:lstStyle/>
          <a:p>
            <a:pPr lvl="0">
              <a:spcBef>
                <a:spcPct val="0"/>
              </a:spcBef>
              <a:buClrTx/>
            </a:pPr>
            <a:r>
              <a:rPr lang="en-US" sz="3600" kern="1200">
                <a:latin typeface="+mj-lt"/>
                <a:ea typeface="+mj-ea"/>
                <a:cs typeface="Times New Roman" panose="02020603050405020304" pitchFamily="18" charset="0"/>
              </a:rPr>
              <a:t>Analysis as a Spiral </a:t>
            </a:r>
            <a:r>
              <a:rPr lang="en-US" sz="2800" kern="1200">
                <a:latin typeface="+mj-lt"/>
                <a:ea typeface="+mj-ea"/>
                <a:cs typeface="Times New Roman" panose="02020603050405020304" pitchFamily="18" charset="0"/>
              </a:rPr>
              <a:t>(1 of 2)</a:t>
            </a:r>
          </a:p>
        </p:txBody>
      </p:sp>
      <p:sp>
        <p:nvSpPr>
          <p:cNvPr id="7" name="Content Placeholder 6">
            <a:extLst>
              <a:ext uri="{FF2B5EF4-FFF2-40B4-BE49-F238E27FC236}">
                <a16:creationId xmlns:a16="http://schemas.microsoft.com/office/drawing/2014/main" id="{B6FD648D-2ADC-4EFA-A1CC-5FA155E94FE0}"/>
              </a:ext>
            </a:extLst>
          </p:cNvPr>
          <p:cNvSpPr>
            <a:spLocks noGrp="1"/>
          </p:cNvSpPr>
          <p:nvPr>
            <p:ph sz="quarter" idx="13"/>
          </p:nvPr>
        </p:nvSpPr>
        <p:spPr>
          <a:xfrm>
            <a:off x="431800" y="1051314"/>
            <a:ext cx="8280400" cy="1513679"/>
          </a:xfrm>
        </p:spPr>
        <p:txBody>
          <a:bodyPr wrap="square" lIns="0" tIns="18000" rIns="0" bIns="18000">
            <a:spAutoFit/>
          </a:bodyPr>
          <a:lstStyle/>
          <a:p>
            <a:pPr marL="363538" indent="-363538"/>
            <a:r>
              <a:rPr lang="en-US" sz="2400" dirty="0">
                <a:latin typeface="Arial" panose="020B0604020202020204" pitchFamily="34" charset="0"/>
                <a:cs typeface="Arial" panose="020B0604020202020204" pitchFamily="34" charset="0"/>
              </a:rPr>
              <a:t>Creswell (2013) has described a </a:t>
            </a:r>
            <a:r>
              <a:rPr lang="en-US" sz="2400" b="1" dirty="0">
                <a:latin typeface="Arial" panose="020B0604020202020204" pitchFamily="34" charset="0"/>
                <a:cs typeface="Arial" panose="020B0604020202020204" pitchFamily="34" charset="0"/>
              </a:rPr>
              <a:t>data analysis spiral</a:t>
            </a:r>
            <a:r>
              <a:rPr lang="en-US" sz="2400" dirty="0">
                <a:latin typeface="Arial" panose="020B0604020202020204" pitchFamily="34" charset="0"/>
                <a:cs typeface="Arial" panose="020B0604020202020204" pitchFamily="34" charset="0"/>
              </a:rPr>
              <a:t> that helps give perspective to qualitative data analysis. In this approach, you go through the data several times using these steps:</a:t>
            </a:r>
          </a:p>
        </p:txBody>
      </p:sp>
      <p:sp>
        <p:nvSpPr>
          <p:cNvPr id="8" name="Content Placeholder 7">
            <a:extLst>
              <a:ext uri="{FF2B5EF4-FFF2-40B4-BE49-F238E27FC236}">
                <a16:creationId xmlns:a16="http://schemas.microsoft.com/office/drawing/2014/main" id="{2F8C24F0-1D27-4B35-B0B0-3513285146EC}"/>
              </a:ext>
            </a:extLst>
          </p:cNvPr>
          <p:cNvSpPr>
            <a:spLocks noGrp="1"/>
          </p:cNvSpPr>
          <p:nvPr>
            <p:ph sz="quarter" idx="14"/>
          </p:nvPr>
        </p:nvSpPr>
        <p:spPr>
          <a:xfrm>
            <a:off x="444674" y="2690615"/>
            <a:ext cx="8273441" cy="2534234"/>
          </a:xfrm>
        </p:spPr>
        <p:txBody>
          <a:bodyPr wrap="square" lIns="0" tIns="18000" rIns="0" bIns="18000">
            <a:spAutoFit/>
          </a:bodyPr>
          <a:lstStyle/>
          <a:p>
            <a:pPr marL="457632" indent="-457200">
              <a:buFont typeface="+mj-lt"/>
              <a:buAutoNum type="arabicPeriod"/>
            </a:pPr>
            <a:r>
              <a:rPr lang="en-US" sz="2400" dirty="0">
                <a:latin typeface="Arial" panose="020B0604020202020204" pitchFamily="34" charset="0"/>
                <a:cs typeface="Arial" panose="020B0604020202020204" pitchFamily="34" charset="0"/>
              </a:rPr>
              <a:t>Organize the data</a:t>
            </a:r>
          </a:p>
          <a:p>
            <a:pPr marL="457632" indent="-457200">
              <a:buFont typeface="+mj-lt"/>
              <a:buAutoNum type="arabicPeriod"/>
            </a:pPr>
            <a:r>
              <a:rPr lang="en-US" sz="2400" dirty="0">
                <a:latin typeface="Arial" panose="020B0604020202020204" pitchFamily="34" charset="0"/>
                <a:cs typeface="Arial" panose="020B0604020202020204" pitchFamily="34" charset="0"/>
              </a:rPr>
              <a:t>Peruse the entire data set several times to get a sense of what it contains as a whole</a:t>
            </a:r>
          </a:p>
          <a:p>
            <a:pPr marL="457632" indent="-457200">
              <a:buFont typeface="+mj-lt"/>
              <a:buAutoNum type="arabicPeriod"/>
            </a:pPr>
            <a:r>
              <a:rPr lang="en-US" sz="2400" dirty="0">
                <a:latin typeface="Arial" panose="020B0604020202020204" pitchFamily="34" charset="0"/>
                <a:cs typeface="Arial" panose="020B0604020202020204" pitchFamily="34" charset="0"/>
              </a:rPr>
              <a:t>Identify general categories or themes</a:t>
            </a:r>
          </a:p>
          <a:p>
            <a:pPr marL="457632" indent="-457200">
              <a:buFont typeface="+mj-lt"/>
              <a:buAutoNum type="arabicPeriod"/>
            </a:pPr>
            <a:r>
              <a:rPr lang="en-US" sz="2400" dirty="0">
                <a:latin typeface="Arial" panose="020B0604020202020204" pitchFamily="34" charset="0"/>
                <a:cs typeface="Arial" panose="020B0604020202020204" pitchFamily="34" charset="0"/>
              </a:rPr>
              <a:t>Integrate and summarize the data for readers</a:t>
            </a:r>
          </a:p>
        </p:txBody>
      </p:sp>
    </p:spTree>
    <p:extLst>
      <p:ext uri="{BB962C8B-B14F-4D97-AF65-F5344CB8AC3E}">
        <p14:creationId xmlns:p14="http://schemas.microsoft.com/office/powerpoint/2010/main" val="15921179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9719"/>
            <a:ext cx="8229600" cy="590349"/>
          </a:xfrm>
        </p:spPr>
        <p:txBody>
          <a:bodyPr lIns="0" tIns="18000" rIns="0" bIns="18000" anchor="b">
            <a:spAutoFit/>
          </a:bodyPr>
          <a:lstStyle/>
          <a:p>
            <a:pPr lvl="0">
              <a:spcBef>
                <a:spcPct val="0"/>
              </a:spcBef>
              <a:buClrTx/>
            </a:pPr>
            <a:r>
              <a:rPr lang="en-US" sz="3600" kern="1200" dirty="0">
                <a:latin typeface="+mj-lt"/>
                <a:ea typeface="+mj-ea"/>
                <a:cs typeface="Times New Roman" panose="02020603050405020304" pitchFamily="18" charset="0"/>
              </a:rPr>
              <a:t>Analysis as a Spiral </a:t>
            </a:r>
            <a:r>
              <a:rPr lang="en-US" sz="2800" kern="1200" dirty="0">
                <a:latin typeface="+mj-lt"/>
                <a:ea typeface="+mj-ea"/>
                <a:cs typeface="Times New Roman" panose="02020603050405020304" pitchFamily="18" charset="0"/>
              </a:rPr>
              <a:t>(2 of 2)</a:t>
            </a:r>
          </a:p>
        </p:txBody>
      </p:sp>
      <p:pic>
        <p:nvPicPr>
          <p:cNvPr id="28" name="Picture Placeholder 27" descr="A diagram shows the spiral diagram between the raw data and the final report. &#10;Long description is available in notes, press F6.">
            <a:extLst>
              <a:ext uri="{FF2B5EF4-FFF2-40B4-BE49-F238E27FC236}">
                <a16:creationId xmlns:a16="http://schemas.microsoft.com/office/drawing/2014/main" id="{6F963FD5-B170-477C-99AE-BD9629B2EB54}"/>
              </a:ext>
            </a:extLst>
          </p:cNvPr>
          <p:cNvPicPr>
            <a:picLocks noGrp="1" noChangeAspect="1"/>
          </p:cNvPicPr>
          <p:nvPr>
            <p:ph type="pic" sz="quarter" idx="23"/>
          </p:nvPr>
        </p:nvPicPr>
        <p:blipFill>
          <a:blip r:embed="rId3"/>
          <a:stretch>
            <a:fillRect/>
          </a:stretch>
        </p:blipFill>
        <p:spPr>
          <a:xfrm>
            <a:off x="2672519" y="1437218"/>
            <a:ext cx="3810000" cy="4943475"/>
          </a:xfrm>
        </p:spPr>
      </p:pic>
    </p:spTree>
    <p:extLst>
      <p:ext uri="{BB962C8B-B14F-4D97-AF65-F5344CB8AC3E}">
        <p14:creationId xmlns:p14="http://schemas.microsoft.com/office/powerpoint/2010/main" val="21533058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60183"/>
            <a:ext cx="8229600" cy="590349"/>
          </a:xfrm>
        </p:spPr>
        <p:txBody>
          <a:bodyPr lIns="0" tIns="18000" rIns="0" bIns="18000">
            <a:spAutoFit/>
          </a:bodyPr>
          <a:lstStyle/>
          <a:p>
            <a:pPr lvl="0">
              <a:spcBef>
                <a:spcPct val="0"/>
              </a:spcBef>
              <a:buClrTx/>
            </a:pPr>
            <a:r>
              <a:rPr lang="en-US" sz="3600" kern="1200" dirty="0">
                <a:latin typeface="+mj-lt"/>
                <a:ea typeface="+mj-ea"/>
                <a:cs typeface="Times New Roman" panose="02020603050405020304" pitchFamily="18" charset="0"/>
              </a:rPr>
              <a:t>Researcher-As-Instrument</a:t>
            </a:r>
          </a:p>
        </p:txBody>
      </p:sp>
      <p:sp>
        <p:nvSpPr>
          <p:cNvPr id="7" name="Content Placeholder 6">
            <a:extLst>
              <a:ext uri="{FF2B5EF4-FFF2-40B4-BE49-F238E27FC236}">
                <a16:creationId xmlns:a16="http://schemas.microsoft.com/office/drawing/2014/main" id="{FFC18D87-A4D6-4369-B040-FE8F51C8AB68}"/>
              </a:ext>
            </a:extLst>
          </p:cNvPr>
          <p:cNvSpPr>
            <a:spLocks noGrp="1"/>
          </p:cNvSpPr>
          <p:nvPr>
            <p:ph sz="quarter" idx="13"/>
          </p:nvPr>
        </p:nvSpPr>
        <p:spPr>
          <a:xfrm>
            <a:off x="444326" y="1051322"/>
            <a:ext cx="8267874" cy="1513679"/>
          </a:xfrm>
        </p:spPr>
        <p:txBody>
          <a:bodyPr wrap="square" lIns="0" tIns="18000" rIns="0" bIns="18000">
            <a:spAutoFit/>
          </a:bodyPr>
          <a:lstStyle/>
          <a:p>
            <a:r>
              <a:rPr lang="en-US" sz="2400" dirty="0">
                <a:latin typeface="Arial" panose="020B0604020202020204" pitchFamily="34" charset="0"/>
                <a:cs typeface="Arial" panose="020B0604020202020204" pitchFamily="34" charset="0"/>
              </a:rPr>
              <a:t>Qualitative research requires the researcher to make many judgment calls. Because of this, the research is essentially an instrument within the study. These strategies help to maintain credibility and trustworthiness:</a:t>
            </a:r>
            <a:endParaRPr lang="en-IN" sz="2400" dirty="0">
              <a:latin typeface="Arial" panose="020B0604020202020204" pitchFamily="34" charset="0"/>
              <a:cs typeface="Arial" panose="020B0604020202020204" pitchFamily="34" charset="0"/>
            </a:endParaRPr>
          </a:p>
        </p:txBody>
      </p:sp>
      <p:sp>
        <p:nvSpPr>
          <p:cNvPr id="8" name="Content Placeholder 7">
            <a:extLst>
              <a:ext uri="{FF2B5EF4-FFF2-40B4-BE49-F238E27FC236}">
                <a16:creationId xmlns:a16="http://schemas.microsoft.com/office/drawing/2014/main" id="{415811B1-EA73-4007-B132-0ADA02BCCE1E}"/>
              </a:ext>
            </a:extLst>
          </p:cNvPr>
          <p:cNvSpPr>
            <a:spLocks noGrp="1"/>
          </p:cNvSpPr>
          <p:nvPr>
            <p:ph sz="quarter" idx="14"/>
          </p:nvPr>
        </p:nvSpPr>
        <p:spPr>
          <a:xfrm>
            <a:off x="457200" y="2755630"/>
            <a:ext cx="8267874" cy="1898400"/>
          </a:xfrm>
        </p:spPr>
        <p:txBody>
          <a:bodyPr wrap="square" lIns="0" tIns="18000" rIns="0" bIns="18000">
            <a:spAutoFit/>
          </a:bodyPr>
          <a:lstStyle/>
          <a:p>
            <a:pPr marL="457632" indent="-457200">
              <a:buFont typeface="+mj-lt"/>
              <a:buAutoNum type="arabicPeriod"/>
            </a:pPr>
            <a:r>
              <a:rPr lang="en-US" sz="2400" dirty="0">
                <a:latin typeface="Arial" panose="020B0604020202020204" pitchFamily="34" charset="0"/>
                <a:cs typeface="Arial" panose="020B0604020202020204" pitchFamily="34" charset="0"/>
              </a:rPr>
              <a:t>Strive for balance, fairness, and completeness</a:t>
            </a:r>
          </a:p>
          <a:p>
            <a:pPr marL="457632" indent="-457200">
              <a:buFont typeface="+mj-lt"/>
              <a:buAutoNum type="arabicPeriod"/>
            </a:pPr>
            <a:r>
              <a:rPr lang="en-US" sz="2400" dirty="0">
                <a:latin typeface="Arial" panose="020B0604020202020204" pitchFamily="34" charset="0"/>
                <a:cs typeface="Arial" panose="020B0604020202020204" pitchFamily="34" charset="0"/>
              </a:rPr>
              <a:t>Carefully document your analysis procedures</a:t>
            </a:r>
          </a:p>
          <a:p>
            <a:pPr marL="457632" indent="-457200">
              <a:buFont typeface="+mj-lt"/>
              <a:buAutoNum type="arabicPeriod"/>
            </a:pPr>
            <a:r>
              <a:rPr lang="en-US" sz="2400" dirty="0">
                <a:latin typeface="Arial" panose="020B0604020202020204" pitchFamily="34" charset="0"/>
                <a:cs typeface="Arial" panose="020B0604020202020204" pitchFamily="34" charset="0"/>
              </a:rPr>
              <a:t>In your final report, be up front about your personal biases</a:t>
            </a:r>
            <a:endParaRPr lang="en-IN"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855614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6791"/>
            <a:ext cx="8307238" cy="1144347"/>
          </a:xfrm>
        </p:spPr>
        <p:txBody>
          <a:bodyPr lIns="0" tIns="18000" rIns="0" bIns="18000">
            <a:spAutoFit/>
          </a:bodyPr>
          <a:lstStyle/>
          <a:p>
            <a:pPr lvl="0">
              <a:spcBef>
                <a:spcPct val="0"/>
              </a:spcBef>
              <a:buClrTx/>
            </a:pPr>
            <a:r>
              <a:rPr lang="en-US" sz="3600" kern="1200" dirty="0">
                <a:latin typeface="+mj-lt"/>
                <a:ea typeface="+mj-ea"/>
                <a:cs typeface="Times New Roman" panose="02020603050405020304" pitchFamily="18" charset="0"/>
              </a:rPr>
              <a:t>Analyzing and Interpreting Mixed-Methods Data </a:t>
            </a:r>
            <a:r>
              <a:rPr lang="en-US" sz="2800" kern="1200" dirty="0">
                <a:latin typeface="+mj-lt"/>
                <a:ea typeface="+mj-ea"/>
                <a:cs typeface="Times New Roman" panose="02020603050405020304" pitchFamily="18" charset="0"/>
              </a:rPr>
              <a:t>(1 of 3)</a:t>
            </a:r>
          </a:p>
        </p:txBody>
      </p:sp>
      <p:sp>
        <p:nvSpPr>
          <p:cNvPr id="3" name="Text Placeholder 2"/>
          <p:cNvSpPr>
            <a:spLocks noGrp="1"/>
          </p:cNvSpPr>
          <p:nvPr>
            <p:ph type="body" idx="1"/>
          </p:nvPr>
        </p:nvSpPr>
        <p:spPr>
          <a:xfrm>
            <a:off x="457200" y="1724953"/>
            <a:ext cx="8229600" cy="3706587"/>
          </a:xfrm>
        </p:spPr>
        <p:txBody>
          <a:bodyPr wrap="square" lIns="0" tIns="18000" rIns="0" bIns="18000">
            <a:spAutoFit/>
          </a:bodyPr>
          <a:lstStyle/>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Strategies for analyzing and interpreting data in a mixed-methods study vary depending on the general design of the study.</a:t>
            </a:r>
          </a:p>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The mixed methodologist must decide early on whether they will:</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give qualitative data and quantitative data equal weight in drawing conclusions</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give higher importance to one form of data over the other</a:t>
            </a:r>
          </a:p>
        </p:txBody>
      </p:sp>
    </p:spTree>
    <p:extLst>
      <p:ext uri="{BB962C8B-B14F-4D97-AF65-F5344CB8AC3E}">
        <p14:creationId xmlns:p14="http://schemas.microsoft.com/office/powerpoint/2010/main" val="19979395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6787"/>
            <a:ext cx="8229600" cy="1144347"/>
          </a:xfrm>
        </p:spPr>
        <p:txBody>
          <a:bodyPr lIns="0" tIns="18000" rIns="0" bIns="18000">
            <a:spAutoFit/>
          </a:bodyPr>
          <a:lstStyle/>
          <a:p>
            <a:pPr lvl="0">
              <a:spcBef>
                <a:spcPct val="0"/>
              </a:spcBef>
              <a:buClrTx/>
            </a:pPr>
            <a:r>
              <a:rPr lang="en-US" sz="3600" kern="1200" dirty="0">
                <a:latin typeface="+mj-lt"/>
                <a:ea typeface="+mj-ea"/>
                <a:cs typeface="Times New Roman" panose="02020603050405020304" pitchFamily="18" charset="0"/>
              </a:rPr>
              <a:t>Analyzing and Interpreting Mixed-Methods Data </a:t>
            </a:r>
            <a:r>
              <a:rPr lang="en-US" sz="2800" kern="1200" dirty="0">
                <a:latin typeface="+mj-lt"/>
                <a:ea typeface="+mj-ea"/>
                <a:cs typeface="Times New Roman" panose="02020603050405020304" pitchFamily="18" charset="0"/>
              </a:rPr>
              <a:t>(2 of 3)</a:t>
            </a:r>
          </a:p>
        </p:txBody>
      </p:sp>
      <p:sp>
        <p:nvSpPr>
          <p:cNvPr id="7" name="Content Placeholder 6">
            <a:extLst>
              <a:ext uri="{FF2B5EF4-FFF2-40B4-BE49-F238E27FC236}">
                <a16:creationId xmlns:a16="http://schemas.microsoft.com/office/drawing/2014/main" id="{FFC18D87-A4D6-4369-B040-FE8F51C8AB68}"/>
              </a:ext>
            </a:extLst>
          </p:cNvPr>
          <p:cNvSpPr>
            <a:spLocks noGrp="1"/>
          </p:cNvSpPr>
          <p:nvPr>
            <p:ph sz="quarter" idx="13"/>
          </p:nvPr>
        </p:nvSpPr>
        <p:spPr>
          <a:xfrm>
            <a:off x="460375" y="1734274"/>
            <a:ext cx="8229600" cy="775015"/>
          </a:xfrm>
        </p:spPr>
        <p:txBody>
          <a:bodyPr lIns="0" tIns="18000" rIns="0" bIns="18000">
            <a:spAutoFit/>
          </a:bodyPr>
          <a:lstStyle/>
          <a:p>
            <a:r>
              <a:rPr lang="en-US" sz="2400" dirty="0">
                <a:latin typeface="Arial" panose="020B0604020202020204" pitchFamily="34" charset="0"/>
                <a:cs typeface="Arial" panose="020B0604020202020204" pitchFamily="34" charset="0"/>
              </a:rPr>
              <a:t>Data analysis in a mixed-methods study will probably include at least three of the following four steps:</a:t>
            </a:r>
            <a:endParaRPr lang="en-IN" sz="2400" dirty="0">
              <a:latin typeface="Arial" panose="020B0604020202020204" pitchFamily="34" charset="0"/>
              <a:cs typeface="Arial" panose="020B0604020202020204" pitchFamily="34" charset="0"/>
            </a:endParaRPr>
          </a:p>
        </p:txBody>
      </p:sp>
      <p:sp>
        <p:nvSpPr>
          <p:cNvPr id="8" name="Content Placeholder 7">
            <a:extLst>
              <a:ext uri="{FF2B5EF4-FFF2-40B4-BE49-F238E27FC236}">
                <a16:creationId xmlns:a16="http://schemas.microsoft.com/office/drawing/2014/main" id="{415811B1-EA73-4007-B132-0ADA02BCCE1E}"/>
              </a:ext>
            </a:extLst>
          </p:cNvPr>
          <p:cNvSpPr>
            <a:spLocks noGrp="1"/>
          </p:cNvSpPr>
          <p:nvPr>
            <p:ph sz="quarter" idx="14"/>
          </p:nvPr>
        </p:nvSpPr>
        <p:spPr>
          <a:xfrm>
            <a:off x="457200" y="2657354"/>
            <a:ext cx="8232775" cy="2852507"/>
          </a:xfrm>
        </p:spPr>
        <p:txBody>
          <a:bodyPr lIns="0" tIns="18000" rIns="0" bIns="18000">
            <a:spAutoFit/>
          </a:bodyPr>
          <a:lstStyle/>
          <a:p>
            <a:pPr marL="811213" lvl="1" indent="-447675">
              <a:buFont typeface="+mj-lt"/>
              <a:buAutoNum type="arabicPeriod"/>
            </a:pPr>
            <a:r>
              <a:rPr lang="en-US" sz="2400" dirty="0">
                <a:latin typeface="Arial" panose="020B0604020202020204" pitchFamily="34" charset="0"/>
                <a:cs typeface="Arial" panose="020B0604020202020204" pitchFamily="34" charset="0"/>
              </a:rPr>
              <a:t>Condensing the data</a:t>
            </a:r>
          </a:p>
          <a:p>
            <a:pPr marL="811213" lvl="1" indent="-447675">
              <a:buFont typeface="+mj-lt"/>
              <a:buAutoNum type="arabicPeriod"/>
            </a:pPr>
            <a:r>
              <a:rPr lang="en-US" sz="2400" dirty="0">
                <a:latin typeface="Arial" panose="020B0604020202020204" pitchFamily="34" charset="0"/>
                <a:cs typeface="Arial" panose="020B0604020202020204" pitchFamily="34" charset="0"/>
              </a:rPr>
              <a:t>Depicting general patterns in the data in ways that enable quick visual inspection</a:t>
            </a:r>
          </a:p>
          <a:p>
            <a:pPr marL="811213" lvl="1" indent="-447675">
              <a:buFont typeface="+mj-lt"/>
              <a:buAutoNum type="arabicPeriod"/>
            </a:pPr>
            <a:r>
              <a:rPr lang="en-US" sz="2400" dirty="0">
                <a:latin typeface="Arial" panose="020B0604020202020204" pitchFamily="34" charset="0"/>
                <a:cs typeface="Arial" panose="020B0604020202020204" pitchFamily="34" charset="0"/>
              </a:rPr>
              <a:t>Transforming qualitative data into quantitative entities (an optional step)</a:t>
            </a:r>
          </a:p>
          <a:p>
            <a:pPr marL="811213" lvl="1" indent="-447675">
              <a:buFont typeface="+mj-lt"/>
              <a:buAutoNum type="arabicPeriod"/>
            </a:pPr>
            <a:r>
              <a:rPr lang="en-US" sz="2400" dirty="0">
                <a:latin typeface="Arial" panose="020B0604020202020204" pitchFamily="34" charset="0"/>
                <a:cs typeface="Arial" panose="020B0604020202020204" pitchFamily="34" charset="0"/>
              </a:rPr>
              <a:t>Systematically comparing and integrating results from the two types of data</a:t>
            </a:r>
            <a:endParaRPr lang="en-IN"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355784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6791"/>
            <a:ext cx="8307238" cy="1144347"/>
          </a:xfrm>
        </p:spPr>
        <p:txBody>
          <a:bodyPr lIns="0" tIns="18000" rIns="0" bIns="18000">
            <a:spAutoFit/>
          </a:bodyPr>
          <a:lstStyle/>
          <a:p>
            <a:pPr lvl="0">
              <a:spcBef>
                <a:spcPct val="0"/>
              </a:spcBef>
              <a:buClrTx/>
            </a:pPr>
            <a:r>
              <a:rPr lang="en-US" sz="3600" kern="1200" dirty="0">
                <a:latin typeface="+mj-lt"/>
                <a:ea typeface="+mj-ea"/>
                <a:cs typeface="Times New Roman" panose="02020603050405020304" pitchFamily="18" charset="0"/>
              </a:rPr>
              <a:t>Analyzing and Interpreting Mixed-Methods Data </a:t>
            </a:r>
            <a:r>
              <a:rPr lang="en-US" sz="2800" kern="1200" dirty="0">
                <a:latin typeface="+mj-lt"/>
                <a:ea typeface="+mj-ea"/>
                <a:cs typeface="Times New Roman" panose="02020603050405020304" pitchFamily="18" charset="0"/>
              </a:rPr>
              <a:t>(3 of 3)</a:t>
            </a:r>
          </a:p>
        </p:txBody>
      </p:sp>
      <p:sp>
        <p:nvSpPr>
          <p:cNvPr id="3" name="Text Placeholder 2"/>
          <p:cNvSpPr>
            <a:spLocks noGrp="1"/>
          </p:cNvSpPr>
          <p:nvPr>
            <p:ph type="body" idx="1"/>
          </p:nvPr>
        </p:nvSpPr>
        <p:spPr>
          <a:xfrm>
            <a:off x="444674" y="1713603"/>
            <a:ext cx="8260915" cy="4555063"/>
          </a:xfrm>
        </p:spPr>
        <p:txBody>
          <a:bodyPr wrap="square" lIns="0" tIns="18000" rIns="0" bIns="18000">
            <a:spAutoFit/>
          </a:bodyPr>
          <a:lstStyle/>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Some strategies for comparing and integrating results may include:</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Creating a two-column table</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Identifying concrete examples within the qualitative data that give meaning and depth to the numbers</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Count the number of times themes appear in interviews and then compare with frequency counts from survey responses</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Divide participants into two or more groups based on demographics and statistically compare frequencies of codes or themes within qualitative data for each group</a:t>
            </a:r>
          </a:p>
        </p:txBody>
      </p:sp>
    </p:spTree>
    <p:extLst>
      <p:ext uri="{BB962C8B-B14F-4D97-AF65-F5344CB8AC3E}">
        <p14:creationId xmlns:p14="http://schemas.microsoft.com/office/powerpoint/2010/main" val="23406762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46959"/>
            <a:ext cx="8229600" cy="1144347"/>
          </a:xfrm>
        </p:spPr>
        <p:txBody>
          <a:bodyPr lIns="0" tIns="18000" rIns="0" bIns="18000">
            <a:spAutoFit/>
          </a:bodyPr>
          <a:lstStyle/>
          <a:p>
            <a:pPr lvl="0">
              <a:spcBef>
                <a:spcPct val="0"/>
              </a:spcBef>
              <a:buClrTx/>
            </a:pPr>
            <a:r>
              <a:rPr lang="en-US" sz="3600" kern="1200" dirty="0">
                <a:latin typeface="+mj-lt"/>
                <a:ea typeface="+mj-ea"/>
                <a:cs typeface="Times New Roman" panose="02020603050405020304" pitchFamily="18" charset="0"/>
              </a:rPr>
              <a:t>Systematic Reviews of Qualitative and Mixed-Methods Studies </a:t>
            </a:r>
            <a:r>
              <a:rPr lang="en-US" sz="2800" kern="1200" dirty="0">
                <a:latin typeface="+mj-lt"/>
                <a:ea typeface="+mj-ea"/>
                <a:cs typeface="Times New Roman" panose="02020603050405020304" pitchFamily="18" charset="0"/>
              </a:rPr>
              <a:t>(1 of 2)</a:t>
            </a:r>
          </a:p>
        </p:txBody>
      </p:sp>
      <p:sp>
        <p:nvSpPr>
          <p:cNvPr id="3" name="Text Placeholder 2"/>
          <p:cNvSpPr>
            <a:spLocks noGrp="1"/>
          </p:cNvSpPr>
          <p:nvPr>
            <p:ph type="body" idx="1"/>
          </p:nvPr>
        </p:nvSpPr>
        <p:spPr>
          <a:xfrm>
            <a:off x="457200" y="1718857"/>
            <a:ext cx="8255000" cy="3893343"/>
          </a:xfrm>
        </p:spPr>
        <p:txBody>
          <a:bodyPr wrap="square" lIns="0" tIns="18000" rIns="0" bIns="18000">
            <a:spAutoFit/>
          </a:bodyPr>
          <a:lstStyle/>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Consolidating the results of many quantitative studies is done through meta-analysis. The qualitative and mixed-methods alternative is the systematic review.</a:t>
            </a:r>
          </a:p>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In a systematic review, research reports, rather than individual people or other individual entities, are the objects of the study.</a:t>
            </a:r>
          </a:p>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The researcher identifies and implements an explicit, rigorous method for selecting and analyzing research reports.</a:t>
            </a:r>
          </a:p>
        </p:txBody>
      </p:sp>
    </p:spTree>
    <p:extLst>
      <p:ext uri="{BB962C8B-B14F-4D97-AF65-F5344CB8AC3E}">
        <p14:creationId xmlns:p14="http://schemas.microsoft.com/office/powerpoint/2010/main" val="9625980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46961"/>
            <a:ext cx="8229600" cy="1144347"/>
          </a:xfrm>
        </p:spPr>
        <p:txBody>
          <a:bodyPr lIns="0" tIns="18000" rIns="0" bIns="18000">
            <a:spAutoFit/>
          </a:bodyPr>
          <a:lstStyle/>
          <a:p>
            <a:pPr lvl="0">
              <a:spcBef>
                <a:spcPct val="0"/>
              </a:spcBef>
              <a:buClrTx/>
            </a:pPr>
            <a:r>
              <a:rPr lang="en-US" sz="3600" kern="1200" dirty="0">
                <a:latin typeface="+mj-lt"/>
                <a:ea typeface="+mj-ea"/>
                <a:cs typeface="Times New Roman" panose="02020603050405020304" pitchFamily="18" charset="0"/>
              </a:rPr>
              <a:t>Systematic Reviews of Qualitative and Mixed-Methods Studies </a:t>
            </a:r>
            <a:r>
              <a:rPr lang="en-US" sz="2800" kern="1200" dirty="0">
                <a:latin typeface="+mj-lt"/>
                <a:ea typeface="+mj-ea"/>
                <a:cs typeface="Times New Roman" panose="02020603050405020304" pitchFamily="18" charset="0"/>
              </a:rPr>
              <a:t>(2 of 2)</a:t>
            </a:r>
          </a:p>
        </p:txBody>
      </p:sp>
      <p:sp>
        <p:nvSpPr>
          <p:cNvPr id="3" name="Text Placeholder 2"/>
          <p:cNvSpPr>
            <a:spLocks noGrp="1"/>
          </p:cNvSpPr>
          <p:nvPr>
            <p:ph type="body" idx="1"/>
          </p:nvPr>
        </p:nvSpPr>
        <p:spPr>
          <a:xfrm>
            <a:off x="431800" y="1723301"/>
            <a:ext cx="8280400" cy="3668115"/>
          </a:xfrm>
        </p:spPr>
        <p:txBody>
          <a:bodyPr wrap="square" lIns="0" tIns="18000" rIns="0" bIns="18000">
            <a:spAutoFit/>
          </a:bodyPr>
          <a:lstStyle/>
          <a:p>
            <a:pPr marL="255651" lvl="0" indent="-255651">
              <a:spcAft>
                <a:spcPct val="0"/>
              </a:spcAft>
              <a:buSzPts val="2400"/>
              <a:tabLst/>
            </a:pPr>
            <a:r>
              <a:rPr lang="en-US" sz="2400" kern="1200" dirty="0">
                <a:solidFill>
                  <a:srgbClr val="000000"/>
                </a:solidFill>
                <a:latin typeface="Arial" panose="020B0604020202020204" pitchFamily="34" charset="0"/>
                <a:ea typeface="+mn-ea"/>
                <a:cs typeface="Arial" panose="020B0604020202020204" pitchFamily="34" charset="0"/>
              </a:rPr>
              <a:t>Researchers conducting a systematic review are likely to:</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Conduct an extensive search for studies related to the research problem</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Evaluate the quality of each report and then choose to exclude or give less credence to certain reports</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Coe the contents of the reports for key ideas, concepts, themes, and/or theories</a:t>
            </a:r>
          </a:p>
          <a:p>
            <a:pPr marL="741553" lvl="1" indent="-284353">
              <a:spcAft>
                <a:spcPct val="0"/>
              </a:spcAft>
              <a:buSzPts val="2400"/>
            </a:pPr>
            <a:r>
              <a:rPr lang="en-US" sz="2400" kern="1200" dirty="0">
                <a:solidFill>
                  <a:srgbClr val="000000"/>
                </a:solidFill>
                <a:latin typeface="Arial" panose="020B0604020202020204" pitchFamily="34" charset="0"/>
                <a:ea typeface="+mn-ea"/>
                <a:cs typeface="Arial" panose="020B0604020202020204" pitchFamily="34" charset="0"/>
              </a:rPr>
              <a:t>Perform one or more meta-analyses of any statistical findings reported in the studies</a:t>
            </a:r>
          </a:p>
        </p:txBody>
      </p:sp>
    </p:spTree>
    <p:extLst>
      <p:ext uri="{BB962C8B-B14F-4D97-AF65-F5344CB8AC3E}">
        <p14:creationId xmlns:p14="http://schemas.microsoft.com/office/powerpoint/2010/main" val="19890968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39948" y="310259"/>
            <a:ext cx="8272252" cy="590349"/>
          </a:xfrm>
        </p:spPr>
        <p:txBody>
          <a:bodyPr wrap="square" lIns="0" tIns="18000" rIns="0" bIns="18000" anchor="t" anchorCtr="0">
            <a:spAutoFit/>
          </a:bodyPr>
          <a:lstStyle/>
          <a:p>
            <a:pPr lvl="0">
              <a:spcBef>
                <a:spcPct val="0"/>
              </a:spcBef>
              <a:buClrTx/>
            </a:pPr>
            <a:r>
              <a:rPr lang="en-US" altLang="en-US" sz="3600" kern="1200" dirty="0">
                <a:ea typeface="+mj-ea"/>
                <a:cs typeface="Times New Roman" panose="02020603050405020304" pitchFamily="18" charset="0"/>
              </a:rPr>
              <a:t>Copyright</a:t>
            </a:r>
            <a:endParaRPr lang="en-US" altLang="en-US" sz="3600" b="0" kern="1200" dirty="0">
              <a:ea typeface="+mj-ea"/>
              <a:cs typeface="Times New Roman" panose="02020603050405020304" pitchFamily="18" charset="0"/>
            </a:endParaRPr>
          </a:p>
        </p:txBody>
      </p:sp>
      <p:pic>
        <p:nvPicPr>
          <p:cNvPr id="8" name="Picture Placeholder 7" descr="Warning">
            <a:extLst>
              <a:ext uri="{FF2B5EF4-FFF2-40B4-BE49-F238E27FC236}">
                <a16:creationId xmlns:a16="http://schemas.microsoft.com/office/drawing/2014/main" id="{C123DBB5-E2DD-466E-A3FB-A327E5D9CB4D}"/>
              </a:ext>
            </a:extLst>
          </p:cNvPr>
          <p:cNvPicPr>
            <a:picLocks noGrp="1" noChangeAspect="1"/>
          </p:cNvPicPr>
          <p:nvPr>
            <p:ph type="pic" sz="quarter" idx="11"/>
          </p:nvPr>
        </p:nvPicPr>
        <p:blipFill>
          <a:blip r:embed="rId2"/>
          <a:stretch>
            <a:fillRect/>
          </a:stretch>
        </p:blipFill>
        <p:spPr>
          <a:xfrm>
            <a:off x="565268" y="2718488"/>
            <a:ext cx="1276350" cy="1438275"/>
          </a:xfrm>
          <a:prstGeom prst="rect">
            <a:avLst/>
          </a:prstGeom>
        </p:spPr>
      </p:pic>
      <p:sp>
        <p:nvSpPr>
          <p:cNvPr id="6" name="Content Placeholder 2">
            <a:extLst>
              <a:ext uri="{FF2B5EF4-FFF2-40B4-BE49-F238E27FC236}">
                <a16:creationId xmlns:a16="http://schemas.microsoft.com/office/drawing/2014/main" id="{0DAE52C9-82A2-4E0A-BF89-DC1F4086C3EF}"/>
              </a:ext>
            </a:extLst>
          </p:cNvPr>
          <p:cNvSpPr>
            <a:spLocks noGrp="1"/>
          </p:cNvSpPr>
          <p:nvPr>
            <p:ph sz="quarter" idx="10"/>
          </p:nvPr>
        </p:nvSpPr>
        <p:spPr>
          <a:xfrm>
            <a:off x="2096216" y="1826558"/>
            <a:ext cx="6614274" cy="3260978"/>
          </a:xfrm>
        </p:spPr>
        <p:style>
          <a:lnRef idx="2">
            <a:schemeClr val="dk1"/>
          </a:lnRef>
          <a:fillRef idx="1">
            <a:schemeClr val="lt1"/>
          </a:fillRef>
          <a:effectRef idx="0">
            <a:schemeClr val="dk1"/>
          </a:effectRef>
          <a:fontRef idx="minor">
            <a:schemeClr val="dk1"/>
          </a:fontRef>
        </p:style>
        <p:txBody>
          <a:bodyPr wrap="square" lIns="273600" tIns="273600" rIns="273600" bIns="273600">
            <a:spAutoFit/>
          </a:bodyPr>
          <a:lstStyle/>
          <a:p>
            <a:pPr marL="432" indent="0">
              <a:buNone/>
            </a:pPr>
            <a:r>
              <a:rPr lang="en-US" b="1" dirty="0">
                <a:latin typeface="Arial" panose="020B0604020202020204" pitchFamily="34" charset="0"/>
                <a:cs typeface="Arial" panose="020B0604020202020204" pitchFamily="34" charset="0"/>
              </a:rPr>
              <a:t>This work is protected by United States copyright laws and is</a:t>
            </a:r>
            <a:r>
              <a:rPr lang="en-US" b="1" baseline="0" dirty="0">
                <a:latin typeface="Arial" panose="020B0604020202020204" pitchFamily="34" charset="0"/>
                <a:cs typeface="Arial" panose="020B0604020202020204" pitchFamily="34" charset="0"/>
              </a:rPr>
              <a:t> </a:t>
            </a:r>
            <a:r>
              <a:rPr lang="en-US" b="1" dirty="0">
                <a:latin typeface="Arial" panose="020B0604020202020204" pitchFamily="34" charset="0"/>
                <a:cs typeface="Arial" panose="020B0604020202020204" pitchFamily="34" charset="0"/>
              </a:rPr>
              <a:t>provided solely for the use of instructors in teaching their courses and assessing student learning. Dissemination or sale of any part of this work (including on the World Wide Web) will destroy the integrity of the work and is not permitted. The work and materials from it should never be made available to students except by instructors using the accompanying text in their classes. All recipients of this work are expected to abide by these restrictions and to honor the intended pedagogical purposes and the needs of other instructors who rely on these materials.</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84756594"/>
      </p:ext>
    </p:extLst>
  </p:cSld>
  <p:clrMapOvr>
    <a:masterClrMapping/>
  </p:clrMapOvr>
</p:sld>
</file>

<file path=ppt/theme/theme1.xml><?xml version="1.0" encoding="utf-8"?>
<a:theme xmlns:a="http://schemas.openxmlformats.org/drawingml/2006/main" name="508 Lecture">
  <a:themeElements>
    <a:clrScheme name="Custom 7">
      <a:dk1>
        <a:srgbClr val="000000"/>
      </a:dk1>
      <a:lt1>
        <a:srgbClr val="FFFFFF"/>
      </a:lt1>
      <a:dk2>
        <a:srgbClr val="000000"/>
      </a:dk2>
      <a:lt2>
        <a:srgbClr val="007FA3"/>
      </a:lt2>
      <a:accent1>
        <a:srgbClr val="3C1581"/>
      </a:accent1>
      <a:accent2>
        <a:srgbClr val="1A6C7C"/>
      </a:accent2>
      <a:accent3>
        <a:srgbClr val="CC730D"/>
      </a:accent3>
      <a:accent4>
        <a:srgbClr val="B2AA00"/>
      </a:accent4>
      <a:accent5>
        <a:srgbClr val="1B9332"/>
      </a:accent5>
      <a:accent6>
        <a:srgbClr val="7F7F7F"/>
      </a:accent6>
      <a:hlink>
        <a:srgbClr val="3C1581"/>
      </a:hlink>
      <a:folHlink>
        <a:srgbClr val="7F7F7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508 Lecture">
  <a:themeElements>
    <a:clrScheme name="Custom 7">
      <a:dk1>
        <a:srgbClr val="000000"/>
      </a:dk1>
      <a:lt1>
        <a:srgbClr val="FFFFFF"/>
      </a:lt1>
      <a:dk2>
        <a:srgbClr val="000000"/>
      </a:dk2>
      <a:lt2>
        <a:srgbClr val="007FA3"/>
      </a:lt2>
      <a:accent1>
        <a:srgbClr val="3C1581"/>
      </a:accent1>
      <a:accent2>
        <a:srgbClr val="1A6C7C"/>
      </a:accent2>
      <a:accent3>
        <a:srgbClr val="CC730D"/>
      </a:accent3>
      <a:accent4>
        <a:srgbClr val="B2AA00"/>
      </a:accent4>
      <a:accent5>
        <a:srgbClr val="1B9332"/>
      </a:accent5>
      <a:accent6>
        <a:srgbClr val="7F7F7F"/>
      </a:accent6>
      <a:hlink>
        <a:srgbClr val="3C1581"/>
      </a:hlink>
      <a:folHlink>
        <a:srgbClr val="7F7F7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6D90B95B22DD945BDFF45EB84A5E21C" ma:contentTypeVersion="12" ma:contentTypeDescription="Create a new document." ma:contentTypeScope="" ma:versionID="9ee3781bcb6633d132c89161492bb118">
  <xsd:schema xmlns:xsd="http://www.w3.org/2001/XMLSchema" xmlns:xs="http://www.w3.org/2001/XMLSchema" xmlns:p="http://schemas.microsoft.com/office/2006/metadata/properties" xmlns:ns2="7c1bd8dc-4e40-424f-a15f-9ffcd522197f" xmlns:ns3="6125ffc9-2c56-435e-8267-1393444907b2" targetNamespace="http://schemas.microsoft.com/office/2006/metadata/properties" ma:root="true" ma:fieldsID="d3e430f46b92204fb5a3381a429c4dbe" ns2:_="" ns3:_="">
    <xsd:import namespace="7c1bd8dc-4e40-424f-a15f-9ffcd522197f"/>
    <xsd:import namespace="6125ffc9-2c56-435e-8267-1393444907b2"/>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AutoKeyPoints" minOccurs="0"/>
                <xsd:element ref="ns3:MediaServiceKeyPoints"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c1bd8dc-4e40-424f-a15f-9ffcd522197f"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6125ffc9-2c56-435e-8267-1393444907b2"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F0D9777E-36FE-48BC-8EDC-BAAE40EC7F3A}"/>
</file>

<file path=customXml/itemProps2.xml><?xml version="1.0" encoding="utf-8"?>
<ds:datastoreItem xmlns:ds="http://schemas.openxmlformats.org/officeDocument/2006/customXml" ds:itemID="{18DE5AC9-E1EB-4F37-B15B-E34AB020DA6D}"/>
</file>

<file path=customXml/itemProps3.xml><?xml version="1.0" encoding="utf-8"?>
<ds:datastoreItem xmlns:ds="http://schemas.openxmlformats.org/officeDocument/2006/customXml" ds:itemID="{0E958632-9A73-4546-B0C0-CC02CDBAA71A}"/>
</file>

<file path=docProps/app.xml><?xml version="1.0" encoding="utf-8"?>
<Properties xmlns="http://schemas.openxmlformats.org/officeDocument/2006/extended-properties" xmlns:vt="http://schemas.openxmlformats.org/officeDocument/2006/docPropsVTypes">
  <TotalTime>8154</TotalTime>
  <Words>987</Words>
  <Application>Microsoft Office PowerPoint</Application>
  <PresentationFormat>On-screen Show (4:3)</PresentationFormat>
  <Paragraphs>73</Paragraphs>
  <Slides>14</Slides>
  <Notes>3</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14</vt:i4>
      </vt:variant>
    </vt:vector>
  </HeadingPairs>
  <TitlesOfParts>
    <vt:vector size="21" baseType="lpstr">
      <vt:lpstr>Arial</vt:lpstr>
      <vt:lpstr>Arial (Headings)</vt:lpstr>
      <vt:lpstr>Noto Sans Symbols</vt:lpstr>
      <vt:lpstr>Times New Roman</vt:lpstr>
      <vt:lpstr>Verdana</vt:lpstr>
      <vt:lpstr>508 Lecture</vt:lpstr>
      <vt:lpstr>1_508 Lecture</vt:lpstr>
      <vt:lpstr>Practical Research: Planning and Design</vt:lpstr>
      <vt:lpstr>The Nature of Qualitative Analysis</vt:lpstr>
      <vt:lpstr>Strategies for Organization and Analysis (1 of 3)</vt:lpstr>
      <vt:lpstr>Strategies for Organization and Analysis (2 of 3)</vt:lpstr>
      <vt:lpstr>Strategies for Organization and Analysis (3 of 3)</vt:lpstr>
      <vt:lpstr>Analysis as a Spiral (1 of 2)</vt:lpstr>
      <vt:lpstr>Analysis as a Spiral (2 of 2)</vt:lpstr>
      <vt:lpstr>Researcher-As-Instrument</vt:lpstr>
      <vt:lpstr>Analyzing and Interpreting Mixed-Methods Data (1 of 3)</vt:lpstr>
      <vt:lpstr>Analyzing and Interpreting Mixed-Methods Data (2 of 3)</vt:lpstr>
      <vt:lpstr>Analyzing and Interpreting Mixed-Methods Data (3 of 3)</vt:lpstr>
      <vt:lpstr>Systematic Reviews of Qualitative and Mixed-Methods Studies (1 of 2)</vt:lpstr>
      <vt:lpstr>Systematic Reviews of Qualitative and Mixed-Methods Studies (2 of 2)</vt:lpstr>
      <vt:lpstr>Copyright</vt:lpstr>
    </vt:vector>
  </TitlesOfParts>
  <Company>Pearson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Practical Research: Planning and Design, Twelfth Edition, Chapter 12</dc:title>
  <dc:subject>TED/Careers</dc:subject>
  <dc:creator>Leedy and Ormrod</dc:creator>
  <cp:keywords>Practical Research</cp:keywords>
  <cp:lastModifiedBy>Arthideepa Karunakaran, Integra-PDY, IN</cp:lastModifiedBy>
  <cp:revision>832</cp:revision>
  <dcterms:modified xsi:type="dcterms:W3CDTF">2021-10-22T07:37:25Z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ffisync_UniqueId">
    <vt:lpwstr>682739</vt:lpwstr>
  </property>
  <property fmtid="{D5CDD505-2E9C-101B-9397-08002B2CF9AE}" pid="3" name="Offisync_ServerID">
    <vt:lpwstr>7e960520-0e88-4f05-9fa0-24079b61e486</vt:lpwstr>
  </property>
  <property fmtid="{D5CDD505-2E9C-101B-9397-08002B2CF9AE}" pid="4" name="Offisync_UpdateToken">
    <vt:lpwstr>2</vt:lpwstr>
  </property>
  <property fmtid="{D5CDD505-2E9C-101B-9397-08002B2CF9AE}" pid="5" name="Jive_VersionGuid">
    <vt:lpwstr>2e874262-9747-49d3-bf1e-677aeb587663</vt:lpwstr>
  </property>
  <property fmtid="{D5CDD505-2E9C-101B-9397-08002B2CF9AE}" pid="6" name="Offisync_ProviderInitializationData">
    <vt:lpwstr>https://neo.pearson.com</vt:lpwstr>
  </property>
  <property fmtid="{D5CDD505-2E9C-101B-9397-08002B2CF9AE}" pid="7" name="Jive_LatestUserAccountName">
    <vt:lpwstr>joel</vt:lpwstr>
  </property>
  <property fmtid="{D5CDD505-2E9C-101B-9397-08002B2CF9AE}" pid="8" name="ContentTypeId">
    <vt:lpwstr>0x01010086D90B95B22DD945BDFF45EB84A5E21C</vt:lpwstr>
  </property>
</Properties>
</file>