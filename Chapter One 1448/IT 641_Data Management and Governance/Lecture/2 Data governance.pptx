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1"/>
  </p:notesMasterIdLst>
  <p:sldIdLst>
    <p:sldId id="280" r:id="rId2"/>
    <p:sldId id="282" r:id="rId3"/>
    <p:sldId id="283" r:id="rId4"/>
    <p:sldId id="284" r:id="rId5"/>
    <p:sldId id="287" r:id="rId6"/>
    <p:sldId id="288" r:id="rId7"/>
    <p:sldId id="289" r:id="rId8"/>
    <p:sldId id="290" r:id="rId9"/>
    <p:sldId id="292" r:id="rId1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211" autoAdjust="0"/>
    <p:restoredTop sz="96357" autoAdjust="0"/>
  </p:normalViewPr>
  <p:slideViewPr>
    <p:cSldViewPr snapToGrid="0" snapToObjects="1">
      <p:cViewPr varScale="1">
        <p:scale>
          <a:sx n="109" d="100"/>
          <a:sy n="109" d="100"/>
        </p:scale>
        <p:origin x="1758" y="10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87" d="100"/>
          <a:sy n="87" d="100"/>
        </p:scale>
        <p:origin x="3840" y="6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#1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1#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9EAC83E-09AD-4988-B169-DFD6A7AB7CDD}" type="doc">
      <dgm:prSet loTypeId="urn:microsoft.com/office/officeart/2005/8/layout/radial6" loCatId="cycle" qsTypeId="urn:microsoft.com/office/officeart/2005/8/quickstyle/simple1#1" qsCatId="simple" csTypeId="urn:microsoft.com/office/officeart/2005/8/colors/accent0_3#1" csCatId="mainScheme" phldr="1"/>
      <dgm:spPr/>
      <dgm:t>
        <a:bodyPr/>
        <a:lstStyle/>
        <a:p>
          <a:endParaRPr lang="en-US"/>
        </a:p>
      </dgm:t>
    </dgm:pt>
    <dgm:pt modelId="{972F1315-E4EE-4C46-986F-94C48F6F897F}">
      <dgm:prSet phldrT="[Text]" custT="1">
        <dgm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dgm:style>
      </dgm:prSet>
      <dgm:spPr>
        <a:solidFill>
          <a:srgbClr val="0070C0"/>
        </a:solidFill>
        <a:ln>
          <a:noFill/>
        </a:ln>
        <a:effectLst>
          <a:outerShdw blurRad="44450" dist="27940" dir="5400000" algn="ctr">
            <a:srgbClr val="000000">
              <a:alpha val="32000"/>
            </a:srgbClr>
          </a:outerShdw>
        </a:effectLst>
        <a:scene3d>
          <a:camera prst="orthographicFront">
            <a:rot lat="0" lon="0" rev="0"/>
          </a:camera>
          <a:lightRig rig="balanced" dir="t">
            <a:rot lat="0" lon="0" rev="8700000"/>
          </a:lightRig>
        </a:scene3d>
        <a:sp3d>
          <a:bevelT w="190500" h="38100"/>
        </a:sp3d>
      </dgm:spPr>
      <dgm:t>
        <a:bodyPr/>
        <a:lstStyle/>
        <a:p>
          <a:r>
            <a:rPr lang="en-US" sz="1800" b="1" dirty="0"/>
            <a:t>Data Governance</a:t>
          </a:r>
        </a:p>
      </dgm:t>
    </dgm:pt>
    <dgm:pt modelId="{14B6D075-47E7-49CB-B123-3A46A15F7BEB}" type="parTrans" cxnId="{C9DC7DE0-DAF6-40C2-BE26-9F8440BFB623}">
      <dgm:prSet/>
      <dgm:spPr/>
      <dgm:t>
        <a:bodyPr/>
        <a:lstStyle/>
        <a:p>
          <a:endParaRPr lang="en-US"/>
        </a:p>
      </dgm:t>
    </dgm:pt>
    <dgm:pt modelId="{4FD22935-BAFB-437C-96F4-DA8005D7427F}" type="sibTrans" cxnId="{C9DC7DE0-DAF6-40C2-BE26-9F8440BFB623}">
      <dgm:prSet/>
      <dgm:spPr/>
      <dgm:t>
        <a:bodyPr/>
        <a:lstStyle/>
        <a:p>
          <a:endParaRPr lang="en-US"/>
        </a:p>
      </dgm:t>
    </dgm:pt>
    <dgm:pt modelId="{CA7A2FC1-2F15-4706-A5FE-07C945F8055F}">
      <dgm:prSet>
        <dgm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dgm:style>
      </dgm:prSet>
      <dgm:spPr>
        <a:solidFill>
          <a:srgbClr val="0070C0"/>
        </a:solidFill>
        <a:ln>
          <a:noFill/>
        </a:ln>
        <a:effectLst>
          <a:outerShdw blurRad="44450" dist="27940" dir="5400000" algn="ctr">
            <a:srgbClr val="000000">
              <a:alpha val="32000"/>
            </a:srgbClr>
          </a:outerShdw>
        </a:effectLst>
        <a:scene3d>
          <a:camera prst="orthographicFront">
            <a:rot lat="0" lon="0" rev="0"/>
          </a:camera>
          <a:lightRig rig="balanced" dir="t">
            <a:rot lat="0" lon="0" rev="8700000"/>
          </a:lightRig>
        </a:scene3d>
        <a:sp3d>
          <a:bevelT w="190500" h="38100"/>
        </a:sp3d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Reduces operational friction</a:t>
          </a:r>
        </a:p>
      </dgm:t>
    </dgm:pt>
    <dgm:pt modelId="{D343CF5D-A63B-40FD-86B8-8C7C7FF1A828}" type="parTrans" cxnId="{32295543-7C69-4B44-8ECC-7D2DF982ECFB}">
      <dgm:prSet/>
      <dgm:spPr/>
      <dgm:t>
        <a:bodyPr/>
        <a:lstStyle/>
        <a:p>
          <a:endParaRPr lang="en-US"/>
        </a:p>
      </dgm:t>
    </dgm:pt>
    <dgm:pt modelId="{266FAA2F-86A6-4D41-9AAD-8522427FA4DC}" type="sibTrans" cxnId="{32295543-7C69-4B44-8ECC-7D2DF982ECFB}">
      <dgm:prSet/>
      <dgm:spPr>
        <a:ln>
          <a:noFill/>
        </a:ln>
        <a:effectLst>
          <a:outerShdw blurRad="44450" dist="27940" dir="5400000" algn="ctr">
            <a:srgbClr val="000000">
              <a:alpha val="32000"/>
            </a:srgbClr>
          </a:outerShdw>
        </a:effectLst>
        <a:scene3d>
          <a:camera prst="orthographicFront">
            <a:rot lat="0" lon="0" rev="0"/>
          </a:camera>
          <a:lightRig rig="balanced" dir="t">
            <a:rot lat="0" lon="0" rev="8700000"/>
          </a:lightRig>
        </a:scene3d>
        <a:sp3d>
          <a:bevelT w="190500" h="38100"/>
        </a:sp3d>
      </dgm:spPr>
      <dgm:t>
        <a:bodyPr/>
        <a:lstStyle/>
        <a:p>
          <a:endParaRPr lang="en-US"/>
        </a:p>
      </dgm:t>
    </dgm:pt>
    <dgm:pt modelId="{B8A190FB-154B-4467-ABFC-3906899A93D4}">
      <dgm:prSet>
        <dgm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dgm:style>
      </dgm:prSet>
      <dgm:spPr>
        <a:solidFill>
          <a:srgbClr val="0070C0"/>
        </a:solidFill>
        <a:ln>
          <a:noFill/>
        </a:ln>
        <a:effectLst>
          <a:outerShdw blurRad="44450" dist="27940" dir="5400000" algn="ctr">
            <a:srgbClr val="000000">
              <a:alpha val="32000"/>
            </a:srgbClr>
          </a:outerShdw>
        </a:effectLst>
        <a:scene3d>
          <a:camera prst="orthographicFront">
            <a:rot lat="0" lon="0" rev="0"/>
          </a:camera>
          <a:lightRig rig="balanced" dir="t">
            <a:rot lat="0" lon="0" rev="8700000"/>
          </a:lightRig>
        </a:scene3d>
        <a:sp3d>
          <a:bevelT w="190500" h="38100"/>
        </a:sp3d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Protects the needs of the stakeholders</a:t>
          </a:r>
        </a:p>
      </dgm:t>
    </dgm:pt>
    <dgm:pt modelId="{31E58C22-34D7-46F8-B21B-678DCCE1CC6B}" type="parTrans" cxnId="{70673971-1D6C-45A9-A35D-E51ADA995A56}">
      <dgm:prSet/>
      <dgm:spPr/>
      <dgm:t>
        <a:bodyPr/>
        <a:lstStyle/>
        <a:p>
          <a:endParaRPr lang="en-US"/>
        </a:p>
      </dgm:t>
    </dgm:pt>
    <dgm:pt modelId="{EA4A57F9-B46A-4655-8729-5EC5FDE2845C}" type="sibTrans" cxnId="{70673971-1D6C-45A9-A35D-E51ADA995A56}">
      <dgm:prSet/>
      <dgm:spPr>
        <a:ln>
          <a:noFill/>
        </a:ln>
        <a:effectLst>
          <a:outerShdw blurRad="44450" dist="27940" dir="5400000" algn="ctr">
            <a:srgbClr val="000000">
              <a:alpha val="32000"/>
            </a:srgbClr>
          </a:outerShdw>
        </a:effectLst>
        <a:scene3d>
          <a:camera prst="orthographicFront">
            <a:rot lat="0" lon="0" rev="0"/>
          </a:camera>
          <a:lightRig rig="balanced" dir="t">
            <a:rot lat="0" lon="0" rev="8700000"/>
          </a:lightRig>
        </a:scene3d>
        <a:sp3d>
          <a:bevelT w="190500" h="38100"/>
        </a:sp3d>
      </dgm:spPr>
      <dgm:t>
        <a:bodyPr/>
        <a:lstStyle/>
        <a:p>
          <a:endParaRPr lang="en-US"/>
        </a:p>
      </dgm:t>
    </dgm:pt>
    <dgm:pt modelId="{82AA67C8-C221-47A2-A636-BB41FFA6B952}">
      <dgm:prSet>
        <dgm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dgm:style>
      </dgm:prSet>
      <dgm:spPr>
        <a:solidFill>
          <a:srgbClr val="0070C0"/>
        </a:solidFill>
        <a:ln>
          <a:noFill/>
        </a:ln>
        <a:effectLst>
          <a:outerShdw blurRad="44450" dist="27940" dir="5400000" algn="ctr">
            <a:srgbClr val="000000">
              <a:alpha val="32000"/>
            </a:srgbClr>
          </a:outerShdw>
        </a:effectLst>
        <a:scene3d>
          <a:camera prst="orthographicFront">
            <a:rot lat="0" lon="0" rev="0"/>
          </a:camera>
          <a:lightRig rig="balanced" dir="t">
            <a:rot lat="0" lon="0" rev="8700000"/>
          </a:lightRig>
        </a:scene3d>
        <a:sp3d>
          <a:bevelT w="190500" h="38100"/>
        </a:sp3d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Educates management and staff to adapt common approaches</a:t>
          </a:r>
        </a:p>
      </dgm:t>
    </dgm:pt>
    <dgm:pt modelId="{0861ECA0-ABE5-4706-B15C-AE362F4A4F42}" type="parTrans" cxnId="{EA0851D3-0019-4AC7-8403-CFEEB6137D92}">
      <dgm:prSet/>
      <dgm:spPr/>
      <dgm:t>
        <a:bodyPr/>
        <a:lstStyle/>
        <a:p>
          <a:endParaRPr lang="en-US"/>
        </a:p>
      </dgm:t>
    </dgm:pt>
    <dgm:pt modelId="{4FFDE7FA-F6BA-459C-8DA7-0858D1ABBE69}" type="sibTrans" cxnId="{EA0851D3-0019-4AC7-8403-CFEEB6137D92}">
      <dgm:prSet/>
      <dgm:spPr>
        <a:ln>
          <a:noFill/>
        </a:ln>
        <a:effectLst>
          <a:outerShdw blurRad="44450" dist="27940" dir="5400000" algn="ctr">
            <a:srgbClr val="000000">
              <a:alpha val="32000"/>
            </a:srgbClr>
          </a:outerShdw>
        </a:effectLst>
        <a:scene3d>
          <a:camera prst="orthographicFront">
            <a:rot lat="0" lon="0" rev="0"/>
          </a:camera>
          <a:lightRig rig="balanced" dir="t">
            <a:rot lat="0" lon="0" rev="8700000"/>
          </a:lightRig>
        </a:scene3d>
        <a:sp3d>
          <a:bevelT w="190500" h="38100"/>
        </a:sp3d>
      </dgm:spPr>
      <dgm:t>
        <a:bodyPr/>
        <a:lstStyle/>
        <a:p>
          <a:endParaRPr lang="en-US"/>
        </a:p>
      </dgm:t>
    </dgm:pt>
    <dgm:pt modelId="{B12CDAFE-2044-4EF5-B49D-CF61C9274E4A}">
      <dgm:prSet>
        <dgm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dgm:style>
      </dgm:prSet>
      <dgm:spPr>
        <a:solidFill>
          <a:srgbClr val="0070C0"/>
        </a:solidFill>
        <a:ln>
          <a:noFill/>
        </a:ln>
        <a:effectLst>
          <a:outerShdw blurRad="44450" dist="27940" dir="5400000" algn="ctr">
            <a:srgbClr val="000000">
              <a:alpha val="32000"/>
            </a:srgbClr>
          </a:outerShdw>
        </a:effectLst>
        <a:scene3d>
          <a:camera prst="orthographicFront">
            <a:rot lat="0" lon="0" rev="0"/>
          </a:camera>
          <a:lightRig rig="balanced" dir="t">
            <a:rot lat="0" lon="0" rev="8700000"/>
          </a:lightRig>
        </a:scene3d>
        <a:sp3d>
          <a:bevelT w="190500" h="38100"/>
        </a:sp3d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Enables decision making</a:t>
          </a:r>
        </a:p>
      </dgm:t>
    </dgm:pt>
    <dgm:pt modelId="{5D45A000-A4D3-4C21-B8B1-E9C1389DE0A5}" type="parTrans" cxnId="{B5D53E3D-FBE7-419C-A721-CED5100607DF}">
      <dgm:prSet/>
      <dgm:spPr/>
      <dgm:t>
        <a:bodyPr/>
        <a:lstStyle/>
        <a:p>
          <a:endParaRPr lang="en-US"/>
        </a:p>
      </dgm:t>
    </dgm:pt>
    <dgm:pt modelId="{5814CA5E-4CD1-48ED-B157-EB16ABB5FECC}" type="sibTrans" cxnId="{B5D53E3D-FBE7-419C-A721-CED5100607DF}">
      <dgm:prSet/>
      <dgm:spPr>
        <a:ln>
          <a:noFill/>
        </a:ln>
        <a:effectLst>
          <a:outerShdw blurRad="44450" dist="27940" dir="5400000" algn="ctr">
            <a:srgbClr val="000000">
              <a:alpha val="32000"/>
            </a:srgbClr>
          </a:outerShdw>
        </a:effectLst>
        <a:scene3d>
          <a:camera prst="orthographicFront">
            <a:rot lat="0" lon="0" rev="0"/>
          </a:camera>
          <a:lightRig rig="balanced" dir="t">
            <a:rot lat="0" lon="0" rev="8700000"/>
          </a:lightRig>
        </a:scene3d>
        <a:sp3d>
          <a:bevelT w="190500" h="38100"/>
        </a:sp3d>
      </dgm:spPr>
      <dgm:t>
        <a:bodyPr/>
        <a:lstStyle/>
        <a:p>
          <a:endParaRPr lang="en-US"/>
        </a:p>
      </dgm:t>
    </dgm:pt>
    <dgm:pt modelId="{424336D7-8115-4572-ACCC-5C96152E66AC}">
      <dgm:prSet>
        <dgm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dgm:style>
      </dgm:prSet>
      <dgm:spPr>
        <a:solidFill>
          <a:srgbClr val="0070C0"/>
        </a:solidFill>
        <a:ln>
          <a:noFill/>
        </a:ln>
        <a:effectLst>
          <a:outerShdw blurRad="44450" dist="27940" dir="5400000" algn="ctr">
            <a:srgbClr val="000000">
              <a:alpha val="32000"/>
            </a:srgbClr>
          </a:outerShdw>
        </a:effectLst>
        <a:scene3d>
          <a:camera prst="orthographicFront">
            <a:rot lat="0" lon="0" rev="0"/>
          </a:camera>
          <a:lightRig rig="balanced" dir="t">
            <a:rot lat="0" lon="0" rev="8700000"/>
          </a:lightRig>
        </a:scene3d>
        <a:sp3d>
          <a:bevelT w="190500" h="38100"/>
        </a:sp3d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Builds standards and processes</a:t>
          </a:r>
        </a:p>
      </dgm:t>
    </dgm:pt>
    <dgm:pt modelId="{F596E59C-D67E-41D3-8DCC-2F1C9216679E}" type="parTrans" cxnId="{D90C5787-C2A9-40A9-BB82-4C71163843F1}">
      <dgm:prSet/>
      <dgm:spPr/>
      <dgm:t>
        <a:bodyPr/>
        <a:lstStyle/>
        <a:p>
          <a:endParaRPr lang="en-US"/>
        </a:p>
      </dgm:t>
    </dgm:pt>
    <dgm:pt modelId="{FFDFE62D-6D95-4B74-874B-BD6BAF7E9693}" type="sibTrans" cxnId="{D90C5787-C2A9-40A9-BB82-4C71163843F1}">
      <dgm:prSet/>
      <dgm:spPr>
        <a:ln>
          <a:noFill/>
        </a:ln>
        <a:effectLst>
          <a:outerShdw blurRad="44450" dist="27940" dir="5400000" algn="ctr">
            <a:srgbClr val="000000">
              <a:alpha val="32000"/>
            </a:srgbClr>
          </a:outerShdw>
        </a:effectLst>
        <a:scene3d>
          <a:camera prst="orthographicFront">
            <a:rot lat="0" lon="0" rev="0"/>
          </a:camera>
          <a:lightRig rig="balanced" dir="t">
            <a:rot lat="0" lon="0" rev="8700000"/>
          </a:lightRig>
        </a:scene3d>
        <a:sp3d>
          <a:bevelT w="190500" h="38100"/>
        </a:sp3d>
      </dgm:spPr>
      <dgm:t>
        <a:bodyPr/>
        <a:lstStyle/>
        <a:p>
          <a:endParaRPr lang="en-US"/>
        </a:p>
      </dgm:t>
    </dgm:pt>
    <dgm:pt modelId="{A7DA972C-DE42-4D4A-91CC-EBB492042BA9}">
      <dgm:prSet>
        <dgm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dgm:style>
      </dgm:prSet>
      <dgm:spPr>
        <a:solidFill>
          <a:srgbClr val="0070C0"/>
        </a:solidFill>
        <a:ln>
          <a:noFill/>
        </a:ln>
        <a:effectLst>
          <a:outerShdw blurRad="44450" dist="27940" dir="5400000" algn="ctr">
            <a:srgbClr val="000000">
              <a:alpha val="32000"/>
            </a:srgbClr>
          </a:outerShdw>
        </a:effectLst>
        <a:scene3d>
          <a:camera prst="orthographicFront">
            <a:rot lat="0" lon="0" rev="0"/>
          </a:camera>
          <a:lightRig rig="balanced" dir="t">
            <a:rot lat="0" lon="0" rev="8700000"/>
          </a:lightRig>
        </a:scene3d>
        <a:sp3d>
          <a:bevelT w="190500" h="38100"/>
        </a:sp3d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Reduces cost and increases effectiveness</a:t>
          </a:r>
        </a:p>
      </dgm:t>
    </dgm:pt>
    <dgm:pt modelId="{03F18485-00A6-47AF-904C-716F9AD76922}" type="parTrans" cxnId="{F4C8A1C0-FA0E-45F5-9F8E-C35D8F0315E2}">
      <dgm:prSet/>
      <dgm:spPr/>
      <dgm:t>
        <a:bodyPr/>
        <a:lstStyle/>
        <a:p>
          <a:endParaRPr lang="en-US"/>
        </a:p>
      </dgm:t>
    </dgm:pt>
    <dgm:pt modelId="{68C70607-6167-4993-9B0A-6508E0A26969}" type="sibTrans" cxnId="{F4C8A1C0-FA0E-45F5-9F8E-C35D8F0315E2}">
      <dgm:prSet>
        <dgm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dgm:style>
      </dgm:prSet>
      <dgm:spPr>
        <a:solidFill>
          <a:schemeClr val="bg1">
            <a:lumMod val="75000"/>
          </a:schemeClr>
        </a:solidFill>
        <a:ln>
          <a:noFill/>
        </a:ln>
        <a:effectLst>
          <a:outerShdw blurRad="44450" dist="27940" dir="5400000" algn="ctr">
            <a:srgbClr val="000000">
              <a:alpha val="32000"/>
            </a:srgbClr>
          </a:outerShdw>
        </a:effectLst>
        <a:scene3d>
          <a:camera prst="orthographicFront">
            <a:rot lat="0" lon="0" rev="0"/>
          </a:camera>
          <a:lightRig rig="balanced" dir="t">
            <a:rot lat="0" lon="0" rev="8700000"/>
          </a:lightRig>
        </a:scene3d>
        <a:sp3d>
          <a:bevelT w="190500" h="38100"/>
        </a:sp3d>
      </dgm:spPr>
      <dgm:t>
        <a:bodyPr/>
        <a:lstStyle/>
        <a:p>
          <a:endParaRPr lang="en-US"/>
        </a:p>
      </dgm:t>
    </dgm:pt>
    <dgm:pt modelId="{C141B03D-42CE-4E42-A8C7-C2EB5A5A362D}">
      <dgm:prSet>
        <dgm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dgm:style>
      </dgm:prSet>
      <dgm:spPr>
        <a:solidFill>
          <a:srgbClr val="0070C0"/>
        </a:solidFill>
        <a:ln>
          <a:noFill/>
        </a:ln>
        <a:effectLst>
          <a:outerShdw blurRad="44450" dist="27940" dir="5400000" algn="ctr">
            <a:srgbClr val="000000">
              <a:alpha val="32000"/>
            </a:srgbClr>
          </a:outerShdw>
        </a:effectLst>
        <a:scene3d>
          <a:camera prst="orthographicFront">
            <a:rot lat="0" lon="0" rev="0"/>
          </a:camera>
          <a:lightRig rig="balanced" dir="t">
            <a:rot lat="0" lon="0" rev="8700000"/>
          </a:lightRig>
        </a:scene3d>
        <a:sp3d>
          <a:bevelT w="190500" h="38100"/>
        </a:sp3d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Ensures transparency</a:t>
          </a:r>
        </a:p>
      </dgm:t>
    </dgm:pt>
    <dgm:pt modelId="{E2C316F7-D303-467B-917E-59F87F74CA22}" type="parTrans" cxnId="{CD3DF102-CFA1-4A84-B4E3-390BBDD89823}">
      <dgm:prSet/>
      <dgm:spPr/>
      <dgm:t>
        <a:bodyPr/>
        <a:lstStyle/>
        <a:p>
          <a:endParaRPr lang="en-US"/>
        </a:p>
      </dgm:t>
    </dgm:pt>
    <dgm:pt modelId="{770EC9D3-69A7-4C9A-9DD7-A0EE2817C24C}" type="sibTrans" cxnId="{CD3DF102-CFA1-4A84-B4E3-390BBDD89823}">
      <dgm:prSet/>
      <dgm:spPr>
        <a:ln>
          <a:noFill/>
        </a:ln>
        <a:effectLst>
          <a:outerShdw blurRad="44450" dist="27940" dir="5400000" algn="ctr">
            <a:srgbClr val="000000">
              <a:alpha val="32000"/>
            </a:srgbClr>
          </a:outerShdw>
        </a:effectLst>
        <a:scene3d>
          <a:camera prst="orthographicFront">
            <a:rot lat="0" lon="0" rev="0"/>
          </a:camera>
          <a:lightRig rig="balanced" dir="t">
            <a:rot lat="0" lon="0" rev="8700000"/>
          </a:lightRig>
        </a:scene3d>
        <a:sp3d>
          <a:bevelT w="190500" h="38100"/>
        </a:sp3d>
      </dgm:spPr>
      <dgm:t>
        <a:bodyPr/>
        <a:lstStyle/>
        <a:p>
          <a:endParaRPr lang="en-US"/>
        </a:p>
      </dgm:t>
    </dgm:pt>
    <dgm:pt modelId="{36DFDAE5-3EB3-4CC3-BBF2-CBD59C8E1842}" type="pres">
      <dgm:prSet presAssocID="{89EAC83E-09AD-4988-B169-DFD6A7AB7CDD}" presName="Name0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6535032B-142C-4137-894C-553386B16BFC}" type="pres">
      <dgm:prSet presAssocID="{972F1315-E4EE-4C46-986F-94C48F6F897F}" presName="centerShape" presStyleLbl="node0" presStyleIdx="0" presStyleCnt="1" custScaleX="145634" custScaleY="133099"/>
      <dgm:spPr/>
    </dgm:pt>
    <dgm:pt modelId="{C91AB074-A21C-4C05-968A-C1D3CA29C341}" type="pres">
      <dgm:prSet presAssocID="{B12CDAFE-2044-4EF5-B49D-CF61C9274E4A}" presName="node" presStyleLbl="node1" presStyleIdx="0" presStyleCnt="7" custScaleX="115306" custScaleY="110953">
        <dgm:presLayoutVars>
          <dgm:bulletEnabled val="1"/>
        </dgm:presLayoutVars>
      </dgm:prSet>
      <dgm:spPr/>
    </dgm:pt>
    <dgm:pt modelId="{3A643285-B606-4C2C-8659-23C8FF1CDD77}" type="pres">
      <dgm:prSet presAssocID="{B12CDAFE-2044-4EF5-B49D-CF61C9274E4A}" presName="dummy" presStyleCnt="0"/>
      <dgm:spPr/>
    </dgm:pt>
    <dgm:pt modelId="{6B22D90A-EB48-4BB7-B08B-AEEB2073E773}" type="pres">
      <dgm:prSet presAssocID="{5814CA5E-4CD1-48ED-B157-EB16ABB5FECC}" presName="sibTrans" presStyleLbl="sibTrans2D1" presStyleIdx="0" presStyleCnt="7"/>
      <dgm:spPr/>
    </dgm:pt>
    <dgm:pt modelId="{57482F16-68D6-4092-882F-BF04165BAA62}" type="pres">
      <dgm:prSet presAssocID="{CA7A2FC1-2F15-4706-A5FE-07C945F8055F}" presName="node" presStyleLbl="node1" presStyleIdx="1" presStyleCnt="7" custScaleX="115306" custScaleY="110953">
        <dgm:presLayoutVars>
          <dgm:bulletEnabled val="1"/>
        </dgm:presLayoutVars>
      </dgm:prSet>
      <dgm:spPr/>
    </dgm:pt>
    <dgm:pt modelId="{0DCFCB3F-20E6-4658-9E8C-9CC59A41B0E3}" type="pres">
      <dgm:prSet presAssocID="{CA7A2FC1-2F15-4706-A5FE-07C945F8055F}" presName="dummy" presStyleCnt="0"/>
      <dgm:spPr/>
    </dgm:pt>
    <dgm:pt modelId="{E6A58535-74D9-4C18-A81A-1896A40B0E01}" type="pres">
      <dgm:prSet presAssocID="{266FAA2F-86A6-4D41-9AAD-8522427FA4DC}" presName="sibTrans" presStyleLbl="sibTrans2D1" presStyleIdx="1" presStyleCnt="7"/>
      <dgm:spPr/>
    </dgm:pt>
    <dgm:pt modelId="{0A7038DF-F749-4E58-BAEE-2B67D8A95FEA}" type="pres">
      <dgm:prSet presAssocID="{B8A190FB-154B-4467-ABFC-3906899A93D4}" presName="node" presStyleLbl="node1" presStyleIdx="2" presStyleCnt="7" custScaleX="115306" custScaleY="110953">
        <dgm:presLayoutVars>
          <dgm:bulletEnabled val="1"/>
        </dgm:presLayoutVars>
      </dgm:prSet>
      <dgm:spPr/>
    </dgm:pt>
    <dgm:pt modelId="{4734B9FE-8CB5-43F3-8A25-1D6457728AE5}" type="pres">
      <dgm:prSet presAssocID="{B8A190FB-154B-4467-ABFC-3906899A93D4}" presName="dummy" presStyleCnt="0"/>
      <dgm:spPr/>
    </dgm:pt>
    <dgm:pt modelId="{3ECBD507-96B6-473D-8837-1FB450AEFA98}" type="pres">
      <dgm:prSet presAssocID="{EA4A57F9-B46A-4655-8729-5EC5FDE2845C}" presName="sibTrans" presStyleLbl="sibTrans2D1" presStyleIdx="2" presStyleCnt="7"/>
      <dgm:spPr/>
    </dgm:pt>
    <dgm:pt modelId="{30F9D9BB-307B-44CF-B417-943F694E05B2}" type="pres">
      <dgm:prSet presAssocID="{82AA67C8-C221-47A2-A636-BB41FFA6B952}" presName="node" presStyleLbl="node1" presStyleIdx="3" presStyleCnt="7" custScaleX="115306" custScaleY="110953">
        <dgm:presLayoutVars>
          <dgm:bulletEnabled val="1"/>
        </dgm:presLayoutVars>
      </dgm:prSet>
      <dgm:spPr/>
    </dgm:pt>
    <dgm:pt modelId="{4E17BB43-8F14-4204-8FED-70227F454277}" type="pres">
      <dgm:prSet presAssocID="{82AA67C8-C221-47A2-A636-BB41FFA6B952}" presName="dummy" presStyleCnt="0"/>
      <dgm:spPr/>
    </dgm:pt>
    <dgm:pt modelId="{2D1FDE4C-77F7-442B-94C6-C82F8E321924}" type="pres">
      <dgm:prSet presAssocID="{4FFDE7FA-F6BA-459C-8DA7-0858D1ABBE69}" presName="sibTrans" presStyleLbl="sibTrans2D1" presStyleIdx="3" presStyleCnt="7"/>
      <dgm:spPr/>
    </dgm:pt>
    <dgm:pt modelId="{9158B78E-53CC-4C75-A7C8-2EC6C16FC9C1}" type="pres">
      <dgm:prSet presAssocID="{424336D7-8115-4572-ACCC-5C96152E66AC}" presName="node" presStyleLbl="node1" presStyleIdx="4" presStyleCnt="7" custScaleX="115306" custScaleY="110953">
        <dgm:presLayoutVars>
          <dgm:bulletEnabled val="1"/>
        </dgm:presLayoutVars>
      </dgm:prSet>
      <dgm:spPr/>
    </dgm:pt>
    <dgm:pt modelId="{7E5DF916-0342-48A3-8F79-37CB55CB9B85}" type="pres">
      <dgm:prSet presAssocID="{424336D7-8115-4572-ACCC-5C96152E66AC}" presName="dummy" presStyleCnt="0"/>
      <dgm:spPr/>
    </dgm:pt>
    <dgm:pt modelId="{AF76FE4F-765A-473D-B7EF-0C1AFD55BA42}" type="pres">
      <dgm:prSet presAssocID="{FFDFE62D-6D95-4B74-874B-BD6BAF7E9693}" presName="sibTrans" presStyleLbl="sibTrans2D1" presStyleIdx="4" presStyleCnt="7"/>
      <dgm:spPr/>
    </dgm:pt>
    <dgm:pt modelId="{5ACF62E7-D32E-4F30-921C-B1FAECCE95C4}" type="pres">
      <dgm:prSet presAssocID="{A7DA972C-DE42-4D4A-91CC-EBB492042BA9}" presName="node" presStyleLbl="node1" presStyleIdx="5" presStyleCnt="7" custScaleX="115306" custScaleY="110953">
        <dgm:presLayoutVars>
          <dgm:bulletEnabled val="1"/>
        </dgm:presLayoutVars>
      </dgm:prSet>
      <dgm:spPr/>
    </dgm:pt>
    <dgm:pt modelId="{D07DB620-609D-4F3B-AB4E-F00C944E702F}" type="pres">
      <dgm:prSet presAssocID="{A7DA972C-DE42-4D4A-91CC-EBB492042BA9}" presName="dummy" presStyleCnt="0"/>
      <dgm:spPr/>
    </dgm:pt>
    <dgm:pt modelId="{03D67167-838E-46E7-9ACC-BDC5B4DD87C4}" type="pres">
      <dgm:prSet presAssocID="{68C70607-6167-4993-9B0A-6508E0A26969}" presName="sibTrans" presStyleLbl="sibTrans2D1" presStyleIdx="5" presStyleCnt="7"/>
      <dgm:spPr/>
    </dgm:pt>
    <dgm:pt modelId="{347DF6B4-863D-451F-957D-5DEA9DD78B98}" type="pres">
      <dgm:prSet presAssocID="{C141B03D-42CE-4E42-A8C7-C2EB5A5A362D}" presName="node" presStyleLbl="node1" presStyleIdx="6" presStyleCnt="7" custScaleX="115306" custScaleY="110953">
        <dgm:presLayoutVars>
          <dgm:bulletEnabled val="1"/>
        </dgm:presLayoutVars>
      </dgm:prSet>
      <dgm:spPr/>
    </dgm:pt>
    <dgm:pt modelId="{130E19BB-79CB-4581-B241-970016F612BF}" type="pres">
      <dgm:prSet presAssocID="{C141B03D-42CE-4E42-A8C7-C2EB5A5A362D}" presName="dummy" presStyleCnt="0"/>
      <dgm:spPr/>
    </dgm:pt>
    <dgm:pt modelId="{68416B97-B01C-4F98-8667-F61DE842239E}" type="pres">
      <dgm:prSet presAssocID="{770EC9D3-69A7-4C9A-9DD7-A0EE2817C24C}" presName="sibTrans" presStyleLbl="sibTrans2D1" presStyleIdx="6" presStyleCnt="7"/>
      <dgm:spPr/>
    </dgm:pt>
  </dgm:ptLst>
  <dgm:cxnLst>
    <dgm:cxn modelId="{4825D100-D478-4AD8-B446-C8452543D1AD}" type="presOf" srcId="{C141B03D-42CE-4E42-A8C7-C2EB5A5A362D}" destId="{347DF6B4-863D-451F-957D-5DEA9DD78B98}" srcOrd="0" destOrd="0" presId="urn:microsoft.com/office/officeart/2005/8/layout/radial6"/>
    <dgm:cxn modelId="{CD3DF102-CFA1-4A84-B4E3-390BBDD89823}" srcId="{972F1315-E4EE-4C46-986F-94C48F6F897F}" destId="{C141B03D-42CE-4E42-A8C7-C2EB5A5A362D}" srcOrd="6" destOrd="0" parTransId="{E2C316F7-D303-467B-917E-59F87F74CA22}" sibTransId="{770EC9D3-69A7-4C9A-9DD7-A0EE2817C24C}"/>
    <dgm:cxn modelId="{4330A50C-9413-4A26-B967-7A866F9AEEE0}" type="presOf" srcId="{B8A190FB-154B-4467-ABFC-3906899A93D4}" destId="{0A7038DF-F749-4E58-BAEE-2B67D8A95FEA}" srcOrd="0" destOrd="0" presId="urn:microsoft.com/office/officeart/2005/8/layout/radial6"/>
    <dgm:cxn modelId="{FC48D632-A5A6-4B98-8BBA-285B7AF577ED}" type="presOf" srcId="{CA7A2FC1-2F15-4706-A5FE-07C945F8055F}" destId="{57482F16-68D6-4092-882F-BF04165BAA62}" srcOrd="0" destOrd="0" presId="urn:microsoft.com/office/officeart/2005/8/layout/radial6"/>
    <dgm:cxn modelId="{9466CE39-B45A-4E28-971E-A9773CF06739}" type="presOf" srcId="{B12CDAFE-2044-4EF5-B49D-CF61C9274E4A}" destId="{C91AB074-A21C-4C05-968A-C1D3CA29C341}" srcOrd="0" destOrd="0" presId="urn:microsoft.com/office/officeart/2005/8/layout/radial6"/>
    <dgm:cxn modelId="{92C8A83B-EE68-4E97-95AD-1420EA1DB5A0}" type="presOf" srcId="{5814CA5E-4CD1-48ED-B157-EB16ABB5FECC}" destId="{6B22D90A-EB48-4BB7-B08B-AEEB2073E773}" srcOrd="0" destOrd="0" presId="urn:microsoft.com/office/officeart/2005/8/layout/radial6"/>
    <dgm:cxn modelId="{B5D53E3D-FBE7-419C-A721-CED5100607DF}" srcId="{972F1315-E4EE-4C46-986F-94C48F6F897F}" destId="{B12CDAFE-2044-4EF5-B49D-CF61C9274E4A}" srcOrd="0" destOrd="0" parTransId="{5D45A000-A4D3-4C21-B8B1-E9C1389DE0A5}" sibTransId="{5814CA5E-4CD1-48ED-B157-EB16ABB5FECC}"/>
    <dgm:cxn modelId="{32295543-7C69-4B44-8ECC-7D2DF982ECFB}" srcId="{972F1315-E4EE-4C46-986F-94C48F6F897F}" destId="{CA7A2FC1-2F15-4706-A5FE-07C945F8055F}" srcOrd="1" destOrd="0" parTransId="{D343CF5D-A63B-40FD-86B8-8C7C7FF1A828}" sibTransId="{266FAA2F-86A6-4D41-9AAD-8522427FA4DC}"/>
    <dgm:cxn modelId="{EF5EEC4A-A720-42CC-BB4F-FC8425B3BA06}" type="presOf" srcId="{266FAA2F-86A6-4D41-9AAD-8522427FA4DC}" destId="{E6A58535-74D9-4C18-A81A-1896A40B0E01}" srcOrd="0" destOrd="0" presId="urn:microsoft.com/office/officeart/2005/8/layout/radial6"/>
    <dgm:cxn modelId="{A965484E-553C-4B48-823B-D8C258C0EE3A}" type="presOf" srcId="{FFDFE62D-6D95-4B74-874B-BD6BAF7E9693}" destId="{AF76FE4F-765A-473D-B7EF-0C1AFD55BA42}" srcOrd="0" destOrd="0" presId="urn:microsoft.com/office/officeart/2005/8/layout/radial6"/>
    <dgm:cxn modelId="{817CA16E-03B9-4165-8CCF-C18149419F8E}" type="presOf" srcId="{EA4A57F9-B46A-4655-8729-5EC5FDE2845C}" destId="{3ECBD507-96B6-473D-8837-1FB450AEFA98}" srcOrd="0" destOrd="0" presId="urn:microsoft.com/office/officeart/2005/8/layout/radial6"/>
    <dgm:cxn modelId="{70673971-1D6C-45A9-A35D-E51ADA995A56}" srcId="{972F1315-E4EE-4C46-986F-94C48F6F897F}" destId="{B8A190FB-154B-4467-ABFC-3906899A93D4}" srcOrd="2" destOrd="0" parTransId="{31E58C22-34D7-46F8-B21B-678DCCE1CC6B}" sibTransId="{EA4A57F9-B46A-4655-8729-5EC5FDE2845C}"/>
    <dgm:cxn modelId="{AA1EAE81-A466-40CF-BB71-C850D50B69F9}" type="presOf" srcId="{4FFDE7FA-F6BA-459C-8DA7-0858D1ABBE69}" destId="{2D1FDE4C-77F7-442B-94C6-C82F8E321924}" srcOrd="0" destOrd="0" presId="urn:microsoft.com/office/officeart/2005/8/layout/radial6"/>
    <dgm:cxn modelId="{D90C5787-C2A9-40A9-BB82-4C71163843F1}" srcId="{972F1315-E4EE-4C46-986F-94C48F6F897F}" destId="{424336D7-8115-4572-ACCC-5C96152E66AC}" srcOrd="4" destOrd="0" parTransId="{F596E59C-D67E-41D3-8DCC-2F1C9216679E}" sibTransId="{FFDFE62D-6D95-4B74-874B-BD6BAF7E9693}"/>
    <dgm:cxn modelId="{EAA9818F-5CB8-4CDE-86F4-47F0BC612AFB}" type="presOf" srcId="{A7DA972C-DE42-4D4A-91CC-EBB492042BA9}" destId="{5ACF62E7-D32E-4F30-921C-B1FAECCE95C4}" srcOrd="0" destOrd="0" presId="urn:microsoft.com/office/officeart/2005/8/layout/radial6"/>
    <dgm:cxn modelId="{99958C91-22C9-43B3-9C8B-98F2BE517190}" type="presOf" srcId="{89EAC83E-09AD-4988-B169-DFD6A7AB7CDD}" destId="{36DFDAE5-3EB3-4CC3-BBF2-CBD59C8E1842}" srcOrd="0" destOrd="0" presId="urn:microsoft.com/office/officeart/2005/8/layout/radial6"/>
    <dgm:cxn modelId="{2007CAB2-1319-4D34-8C54-7825CFE6330A}" type="presOf" srcId="{68C70607-6167-4993-9B0A-6508E0A26969}" destId="{03D67167-838E-46E7-9ACC-BDC5B4DD87C4}" srcOrd="0" destOrd="0" presId="urn:microsoft.com/office/officeart/2005/8/layout/radial6"/>
    <dgm:cxn modelId="{B2C093BD-ABF8-4594-B30C-0E4B417AE85A}" type="presOf" srcId="{424336D7-8115-4572-ACCC-5C96152E66AC}" destId="{9158B78E-53CC-4C75-A7C8-2EC6C16FC9C1}" srcOrd="0" destOrd="0" presId="urn:microsoft.com/office/officeart/2005/8/layout/radial6"/>
    <dgm:cxn modelId="{F4C8A1C0-FA0E-45F5-9F8E-C35D8F0315E2}" srcId="{972F1315-E4EE-4C46-986F-94C48F6F897F}" destId="{A7DA972C-DE42-4D4A-91CC-EBB492042BA9}" srcOrd="5" destOrd="0" parTransId="{03F18485-00A6-47AF-904C-716F9AD76922}" sibTransId="{68C70607-6167-4993-9B0A-6508E0A26969}"/>
    <dgm:cxn modelId="{2736E1C7-A22A-44CE-B5C4-917B839C291F}" type="presOf" srcId="{972F1315-E4EE-4C46-986F-94C48F6F897F}" destId="{6535032B-142C-4137-894C-553386B16BFC}" srcOrd="0" destOrd="0" presId="urn:microsoft.com/office/officeart/2005/8/layout/radial6"/>
    <dgm:cxn modelId="{A93276D2-E930-4749-BD73-4CF6C2F3E4BC}" type="presOf" srcId="{770EC9D3-69A7-4C9A-9DD7-A0EE2817C24C}" destId="{68416B97-B01C-4F98-8667-F61DE842239E}" srcOrd="0" destOrd="0" presId="urn:microsoft.com/office/officeart/2005/8/layout/radial6"/>
    <dgm:cxn modelId="{EA0851D3-0019-4AC7-8403-CFEEB6137D92}" srcId="{972F1315-E4EE-4C46-986F-94C48F6F897F}" destId="{82AA67C8-C221-47A2-A636-BB41FFA6B952}" srcOrd="3" destOrd="0" parTransId="{0861ECA0-ABE5-4706-B15C-AE362F4A4F42}" sibTransId="{4FFDE7FA-F6BA-459C-8DA7-0858D1ABBE69}"/>
    <dgm:cxn modelId="{C9DC7DE0-DAF6-40C2-BE26-9F8440BFB623}" srcId="{89EAC83E-09AD-4988-B169-DFD6A7AB7CDD}" destId="{972F1315-E4EE-4C46-986F-94C48F6F897F}" srcOrd="0" destOrd="0" parTransId="{14B6D075-47E7-49CB-B123-3A46A15F7BEB}" sibTransId="{4FD22935-BAFB-437C-96F4-DA8005D7427F}"/>
    <dgm:cxn modelId="{7A1DCAE6-A71F-41C8-9077-233A429EB1C8}" type="presOf" srcId="{82AA67C8-C221-47A2-A636-BB41FFA6B952}" destId="{30F9D9BB-307B-44CF-B417-943F694E05B2}" srcOrd="0" destOrd="0" presId="urn:microsoft.com/office/officeart/2005/8/layout/radial6"/>
    <dgm:cxn modelId="{3706923A-B1A8-464B-B516-D493A6DCAE3C}" type="presParOf" srcId="{36DFDAE5-3EB3-4CC3-BBF2-CBD59C8E1842}" destId="{6535032B-142C-4137-894C-553386B16BFC}" srcOrd="0" destOrd="0" presId="urn:microsoft.com/office/officeart/2005/8/layout/radial6"/>
    <dgm:cxn modelId="{D7B37CD1-C3B1-4792-89EE-99AA7C517507}" type="presParOf" srcId="{36DFDAE5-3EB3-4CC3-BBF2-CBD59C8E1842}" destId="{C91AB074-A21C-4C05-968A-C1D3CA29C341}" srcOrd="1" destOrd="0" presId="urn:microsoft.com/office/officeart/2005/8/layout/radial6"/>
    <dgm:cxn modelId="{25E825BF-CADA-4848-BBF7-B48E963A534F}" type="presParOf" srcId="{36DFDAE5-3EB3-4CC3-BBF2-CBD59C8E1842}" destId="{3A643285-B606-4C2C-8659-23C8FF1CDD77}" srcOrd="2" destOrd="0" presId="urn:microsoft.com/office/officeart/2005/8/layout/radial6"/>
    <dgm:cxn modelId="{86498BAA-7F83-4D1E-9D0D-0D3225E33065}" type="presParOf" srcId="{36DFDAE5-3EB3-4CC3-BBF2-CBD59C8E1842}" destId="{6B22D90A-EB48-4BB7-B08B-AEEB2073E773}" srcOrd="3" destOrd="0" presId="urn:microsoft.com/office/officeart/2005/8/layout/radial6"/>
    <dgm:cxn modelId="{B6473DBE-7AE8-4D9B-9C17-7FA8FF2D0DB6}" type="presParOf" srcId="{36DFDAE5-3EB3-4CC3-BBF2-CBD59C8E1842}" destId="{57482F16-68D6-4092-882F-BF04165BAA62}" srcOrd="4" destOrd="0" presId="urn:microsoft.com/office/officeart/2005/8/layout/radial6"/>
    <dgm:cxn modelId="{F2763ADC-D78D-46A5-BC91-045BF35B4747}" type="presParOf" srcId="{36DFDAE5-3EB3-4CC3-BBF2-CBD59C8E1842}" destId="{0DCFCB3F-20E6-4658-9E8C-9CC59A41B0E3}" srcOrd="5" destOrd="0" presId="urn:microsoft.com/office/officeart/2005/8/layout/radial6"/>
    <dgm:cxn modelId="{A667D611-184B-40D8-A93F-6E345041AFEF}" type="presParOf" srcId="{36DFDAE5-3EB3-4CC3-BBF2-CBD59C8E1842}" destId="{E6A58535-74D9-4C18-A81A-1896A40B0E01}" srcOrd="6" destOrd="0" presId="urn:microsoft.com/office/officeart/2005/8/layout/radial6"/>
    <dgm:cxn modelId="{D17185A2-68A8-4F55-A936-E33A5A4D35ED}" type="presParOf" srcId="{36DFDAE5-3EB3-4CC3-BBF2-CBD59C8E1842}" destId="{0A7038DF-F749-4E58-BAEE-2B67D8A95FEA}" srcOrd="7" destOrd="0" presId="urn:microsoft.com/office/officeart/2005/8/layout/radial6"/>
    <dgm:cxn modelId="{9FEA53C0-0C1D-4594-BE8C-9FC7D19CC59E}" type="presParOf" srcId="{36DFDAE5-3EB3-4CC3-BBF2-CBD59C8E1842}" destId="{4734B9FE-8CB5-43F3-8A25-1D6457728AE5}" srcOrd="8" destOrd="0" presId="urn:microsoft.com/office/officeart/2005/8/layout/radial6"/>
    <dgm:cxn modelId="{700DA545-2D88-4F30-BEFA-40A20813332D}" type="presParOf" srcId="{36DFDAE5-3EB3-4CC3-BBF2-CBD59C8E1842}" destId="{3ECBD507-96B6-473D-8837-1FB450AEFA98}" srcOrd="9" destOrd="0" presId="urn:microsoft.com/office/officeart/2005/8/layout/radial6"/>
    <dgm:cxn modelId="{3E9DC776-6215-4347-9D6C-EACEC1DF6317}" type="presParOf" srcId="{36DFDAE5-3EB3-4CC3-BBF2-CBD59C8E1842}" destId="{30F9D9BB-307B-44CF-B417-943F694E05B2}" srcOrd="10" destOrd="0" presId="urn:microsoft.com/office/officeart/2005/8/layout/radial6"/>
    <dgm:cxn modelId="{3A262991-B271-49E3-810A-8E19C9D0109E}" type="presParOf" srcId="{36DFDAE5-3EB3-4CC3-BBF2-CBD59C8E1842}" destId="{4E17BB43-8F14-4204-8FED-70227F454277}" srcOrd="11" destOrd="0" presId="urn:microsoft.com/office/officeart/2005/8/layout/radial6"/>
    <dgm:cxn modelId="{5BC1FC3E-DD59-4E05-B212-FE5FC5D8FA3A}" type="presParOf" srcId="{36DFDAE5-3EB3-4CC3-BBF2-CBD59C8E1842}" destId="{2D1FDE4C-77F7-442B-94C6-C82F8E321924}" srcOrd="12" destOrd="0" presId="urn:microsoft.com/office/officeart/2005/8/layout/radial6"/>
    <dgm:cxn modelId="{84F1E2E4-A8CD-4C6E-B5A8-28E9EFA17E2E}" type="presParOf" srcId="{36DFDAE5-3EB3-4CC3-BBF2-CBD59C8E1842}" destId="{9158B78E-53CC-4C75-A7C8-2EC6C16FC9C1}" srcOrd="13" destOrd="0" presId="urn:microsoft.com/office/officeart/2005/8/layout/radial6"/>
    <dgm:cxn modelId="{7DEEFD6A-40F5-4D89-85B6-083583A5AC73}" type="presParOf" srcId="{36DFDAE5-3EB3-4CC3-BBF2-CBD59C8E1842}" destId="{7E5DF916-0342-48A3-8F79-37CB55CB9B85}" srcOrd="14" destOrd="0" presId="urn:microsoft.com/office/officeart/2005/8/layout/radial6"/>
    <dgm:cxn modelId="{54F24199-197A-4844-B04E-57E25E3BB62D}" type="presParOf" srcId="{36DFDAE5-3EB3-4CC3-BBF2-CBD59C8E1842}" destId="{AF76FE4F-765A-473D-B7EF-0C1AFD55BA42}" srcOrd="15" destOrd="0" presId="urn:microsoft.com/office/officeart/2005/8/layout/radial6"/>
    <dgm:cxn modelId="{476B880C-2295-4DA1-A1DA-42C42C9AFD6C}" type="presParOf" srcId="{36DFDAE5-3EB3-4CC3-BBF2-CBD59C8E1842}" destId="{5ACF62E7-D32E-4F30-921C-B1FAECCE95C4}" srcOrd="16" destOrd="0" presId="urn:microsoft.com/office/officeart/2005/8/layout/radial6"/>
    <dgm:cxn modelId="{0BF4951E-C7FA-4BA7-BF75-2B51F5A70A94}" type="presParOf" srcId="{36DFDAE5-3EB3-4CC3-BBF2-CBD59C8E1842}" destId="{D07DB620-609D-4F3B-AB4E-F00C944E702F}" srcOrd="17" destOrd="0" presId="urn:microsoft.com/office/officeart/2005/8/layout/radial6"/>
    <dgm:cxn modelId="{CB4A559D-F1DA-4C15-89F1-AFE266E00372}" type="presParOf" srcId="{36DFDAE5-3EB3-4CC3-BBF2-CBD59C8E1842}" destId="{03D67167-838E-46E7-9ACC-BDC5B4DD87C4}" srcOrd="18" destOrd="0" presId="urn:microsoft.com/office/officeart/2005/8/layout/radial6"/>
    <dgm:cxn modelId="{884DE5AC-A7B0-467C-B578-F6ACED9E9450}" type="presParOf" srcId="{36DFDAE5-3EB3-4CC3-BBF2-CBD59C8E1842}" destId="{347DF6B4-863D-451F-957D-5DEA9DD78B98}" srcOrd="19" destOrd="0" presId="urn:microsoft.com/office/officeart/2005/8/layout/radial6"/>
    <dgm:cxn modelId="{FD82D4D4-533C-4A88-8DDF-14A85B1D5855}" type="presParOf" srcId="{36DFDAE5-3EB3-4CC3-BBF2-CBD59C8E1842}" destId="{130E19BB-79CB-4581-B241-970016F612BF}" srcOrd="20" destOrd="0" presId="urn:microsoft.com/office/officeart/2005/8/layout/radial6"/>
    <dgm:cxn modelId="{11B29956-3901-4D04-A7A8-B5D7D02550FF}" type="presParOf" srcId="{36DFDAE5-3EB3-4CC3-BBF2-CBD59C8E1842}" destId="{68416B97-B01C-4F98-8667-F61DE842239E}" srcOrd="21" destOrd="0" presId="urn:microsoft.com/office/officeart/2005/8/layout/radial6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5059C0B-AA21-4EC1-AB9C-31A0D2BB3189}" type="doc">
      <dgm:prSet loTypeId="urn:microsoft.com/office/officeart/2005/8/layout/chevron1" loCatId="process" qsTypeId="urn:microsoft.com/office/officeart/2005/8/quickstyle/simple1#2" qsCatId="simple" csTypeId="urn:microsoft.com/office/officeart/2005/8/colors/accent1_1#1" csCatId="accent1" phldr="1"/>
      <dgm:spPr/>
    </dgm:pt>
    <dgm:pt modelId="{36C8DB95-3CC0-48FF-8A29-8176BA28058C}">
      <dgm:prSet phldrT="[Text]" custT="1"/>
      <dgm:spPr>
        <a:ln>
          <a:solidFill>
            <a:schemeClr val="accent2">
              <a:lumMod val="75000"/>
            </a:schemeClr>
          </a:solidFill>
        </a:ln>
      </dgm:spPr>
      <dgm:t>
        <a:bodyPr/>
        <a:lstStyle/>
        <a:p>
          <a:r>
            <a:rPr lang="en-US" sz="1800" dirty="0"/>
            <a:t>Business Needs</a:t>
          </a:r>
        </a:p>
      </dgm:t>
    </dgm:pt>
    <dgm:pt modelId="{FCAF6E51-2607-4DE8-AB08-B8D8C50EDFD7}" type="parTrans" cxnId="{03505F2B-EA0C-4516-A696-31C82C564927}">
      <dgm:prSet/>
      <dgm:spPr/>
      <dgm:t>
        <a:bodyPr/>
        <a:lstStyle/>
        <a:p>
          <a:endParaRPr lang="en-US"/>
        </a:p>
      </dgm:t>
    </dgm:pt>
    <dgm:pt modelId="{6108DB9D-9C8C-4CA5-A702-947DC5C6A1BA}" type="sibTrans" cxnId="{03505F2B-EA0C-4516-A696-31C82C564927}">
      <dgm:prSet/>
      <dgm:spPr/>
      <dgm:t>
        <a:bodyPr/>
        <a:lstStyle/>
        <a:p>
          <a:endParaRPr lang="en-US"/>
        </a:p>
      </dgm:t>
    </dgm:pt>
    <dgm:pt modelId="{35B67C98-36F4-4ADB-AD37-B9BE6B945C97}">
      <dgm:prSet phldrT="[Text]" custT="1"/>
      <dgm:spPr>
        <a:ln>
          <a:solidFill>
            <a:schemeClr val="accent2">
              <a:lumMod val="75000"/>
            </a:schemeClr>
          </a:solidFill>
        </a:ln>
      </dgm:spPr>
      <dgm:t>
        <a:bodyPr/>
        <a:lstStyle/>
        <a:p>
          <a:r>
            <a:rPr lang="en-US" sz="1800" dirty="0"/>
            <a:t>Information Needs</a:t>
          </a:r>
        </a:p>
      </dgm:t>
    </dgm:pt>
    <dgm:pt modelId="{A4EF9D35-D5B0-4F2A-958C-202B4BBFE746}" type="parTrans" cxnId="{36532EE6-3C90-4280-9D32-A5D8B419D089}">
      <dgm:prSet/>
      <dgm:spPr/>
      <dgm:t>
        <a:bodyPr/>
        <a:lstStyle/>
        <a:p>
          <a:endParaRPr lang="en-US"/>
        </a:p>
      </dgm:t>
    </dgm:pt>
    <dgm:pt modelId="{7FAC72C3-87B4-4328-BACA-7FFFA0D8459E}" type="sibTrans" cxnId="{36532EE6-3C90-4280-9D32-A5D8B419D089}">
      <dgm:prSet/>
      <dgm:spPr/>
      <dgm:t>
        <a:bodyPr/>
        <a:lstStyle/>
        <a:p>
          <a:endParaRPr lang="en-US"/>
        </a:p>
      </dgm:t>
    </dgm:pt>
    <dgm:pt modelId="{23711109-3917-4452-AD1D-AB87B23B76A7}">
      <dgm:prSet phldrT="[Text]" custT="1"/>
      <dgm:spPr>
        <a:ln>
          <a:solidFill>
            <a:schemeClr val="accent2">
              <a:lumMod val="75000"/>
            </a:schemeClr>
          </a:solidFill>
        </a:ln>
      </dgm:spPr>
      <dgm:t>
        <a:bodyPr/>
        <a:lstStyle/>
        <a:p>
          <a:r>
            <a:rPr lang="en-US" sz="1800" dirty="0"/>
            <a:t>Technical Needs</a:t>
          </a:r>
        </a:p>
      </dgm:t>
    </dgm:pt>
    <dgm:pt modelId="{C02FC6B0-A238-425E-874A-D1142972A924}" type="parTrans" cxnId="{5F251312-C243-4FC4-846E-7A5336B13100}">
      <dgm:prSet/>
      <dgm:spPr/>
      <dgm:t>
        <a:bodyPr/>
        <a:lstStyle/>
        <a:p>
          <a:endParaRPr lang="en-US"/>
        </a:p>
      </dgm:t>
    </dgm:pt>
    <dgm:pt modelId="{B5F48947-652D-4EF0-816F-53DC236008F0}" type="sibTrans" cxnId="{5F251312-C243-4FC4-846E-7A5336B13100}">
      <dgm:prSet/>
      <dgm:spPr/>
      <dgm:t>
        <a:bodyPr/>
        <a:lstStyle/>
        <a:p>
          <a:endParaRPr lang="en-US"/>
        </a:p>
      </dgm:t>
    </dgm:pt>
    <dgm:pt modelId="{0650306C-18FF-4DD9-8E10-8EC19377C89D}" type="pres">
      <dgm:prSet presAssocID="{35059C0B-AA21-4EC1-AB9C-31A0D2BB3189}" presName="Name0" presStyleCnt="0">
        <dgm:presLayoutVars>
          <dgm:dir/>
          <dgm:animLvl val="lvl"/>
          <dgm:resizeHandles val="exact"/>
        </dgm:presLayoutVars>
      </dgm:prSet>
      <dgm:spPr/>
    </dgm:pt>
    <dgm:pt modelId="{C70BECBC-0422-462C-BD30-3FC711E8825B}" type="pres">
      <dgm:prSet presAssocID="{36C8DB95-3CC0-48FF-8A29-8176BA28058C}" presName="parTxOnly" presStyleLbl="node1" presStyleIdx="0" presStyleCnt="3">
        <dgm:presLayoutVars>
          <dgm:chMax val="0"/>
          <dgm:chPref val="0"/>
          <dgm:bulletEnabled val="1"/>
        </dgm:presLayoutVars>
      </dgm:prSet>
      <dgm:spPr/>
    </dgm:pt>
    <dgm:pt modelId="{87FC732C-9934-4BE8-9A19-9E7F2F4D0E07}" type="pres">
      <dgm:prSet presAssocID="{6108DB9D-9C8C-4CA5-A702-947DC5C6A1BA}" presName="parTxOnlySpace" presStyleCnt="0"/>
      <dgm:spPr/>
    </dgm:pt>
    <dgm:pt modelId="{29E19507-CD69-456C-A454-D083A3F74090}" type="pres">
      <dgm:prSet presAssocID="{35B67C98-36F4-4ADB-AD37-B9BE6B945C97}" presName="parTxOnly" presStyleLbl="node1" presStyleIdx="1" presStyleCnt="3">
        <dgm:presLayoutVars>
          <dgm:chMax val="0"/>
          <dgm:chPref val="0"/>
          <dgm:bulletEnabled val="1"/>
        </dgm:presLayoutVars>
      </dgm:prSet>
      <dgm:spPr/>
    </dgm:pt>
    <dgm:pt modelId="{37CB335D-DFBC-42D4-AE37-38B829CA7C3B}" type="pres">
      <dgm:prSet presAssocID="{7FAC72C3-87B4-4328-BACA-7FFFA0D8459E}" presName="parTxOnlySpace" presStyleCnt="0"/>
      <dgm:spPr/>
    </dgm:pt>
    <dgm:pt modelId="{F16AAEE0-9302-43D0-82D2-D2D23A9BC001}" type="pres">
      <dgm:prSet presAssocID="{23711109-3917-4452-AD1D-AB87B23B76A7}" presName="parTxOnly" presStyleLbl="node1" presStyleIdx="2" presStyleCnt="3">
        <dgm:presLayoutVars>
          <dgm:chMax val="0"/>
          <dgm:chPref val="0"/>
          <dgm:bulletEnabled val="1"/>
        </dgm:presLayoutVars>
      </dgm:prSet>
      <dgm:spPr/>
    </dgm:pt>
  </dgm:ptLst>
  <dgm:cxnLst>
    <dgm:cxn modelId="{5F251312-C243-4FC4-846E-7A5336B13100}" srcId="{35059C0B-AA21-4EC1-AB9C-31A0D2BB3189}" destId="{23711109-3917-4452-AD1D-AB87B23B76A7}" srcOrd="2" destOrd="0" parTransId="{C02FC6B0-A238-425E-874A-D1142972A924}" sibTransId="{B5F48947-652D-4EF0-816F-53DC236008F0}"/>
    <dgm:cxn modelId="{03505F2B-EA0C-4516-A696-31C82C564927}" srcId="{35059C0B-AA21-4EC1-AB9C-31A0D2BB3189}" destId="{36C8DB95-3CC0-48FF-8A29-8176BA28058C}" srcOrd="0" destOrd="0" parTransId="{FCAF6E51-2607-4DE8-AB08-B8D8C50EDFD7}" sibTransId="{6108DB9D-9C8C-4CA5-A702-947DC5C6A1BA}"/>
    <dgm:cxn modelId="{B649625D-738B-475F-81CB-907BE96F18B5}" type="presOf" srcId="{35059C0B-AA21-4EC1-AB9C-31A0D2BB3189}" destId="{0650306C-18FF-4DD9-8E10-8EC19377C89D}" srcOrd="0" destOrd="0" presId="urn:microsoft.com/office/officeart/2005/8/layout/chevron1"/>
    <dgm:cxn modelId="{F0ADA596-2BB3-457D-AD01-EB41A2E07890}" type="presOf" srcId="{35B67C98-36F4-4ADB-AD37-B9BE6B945C97}" destId="{29E19507-CD69-456C-A454-D083A3F74090}" srcOrd="0" destOrd="0" presId="urn:microsoft.com/office/officeart/2005/8/layout/chevron1"/>
    <dgm:cxn modelId="{4B6DCFBF-09F5-4A7C-B563-EE1A42701E6E}" type="presOf" srcId="{23711109-3917-4452-AD1D-AB87B23B76A7}" destId="{F16AAEE0-9302-43D0-82D2-D2D23A9BC001}" srcOrd="0" destOrd="0" presId="urn:microsoft.com/office/officeart/2005/8/layout/chevron1"/>
    <dgm:cxn modelId="{36532EE6-3C90-4280-9D32-A5D8B419D089}" srcId="{35059C0B-AA21-4EC1-AB9C-31A0D2BB3189}" destId="{35B67C98-36F4-4ADB-AD37-B9BE6B945C97}" srcOrd="1" destOrd="0" parTransId="{A4EF9D35-D5B0-4F2A-958C-202B4BBFE746}" sibTransId="{7FAC72C3-87B4-4328-BACA-7FFFA0D8459E}"/>
    <dgm:cxn modelId="{751EC8E8-937A-45EF-9478-7FA9DCD9D3EF}" type="presOf" srcId="{36C8DB95-3CC0-48FF-8A29-8176BA28058C}" destId="{C70BECBC-0422-462C-BD30-3FC711E8825B}" srcOrd="0" destOrd="0" presId="urn:microsoft.com/office/officeart/2005/8/layout/chevron1"/>
    <dgm:cxn modelId="{4A7855C2-AAE9-451B-8F40-113431C9EF8A}" type="presParOf" srcId="{0650306C-18FF-4DD9-8E10-8EC19377C89D}" destId="{C70BECBC-0422-462C-BD30-3FC711E8825B}" srcOrd="0" destOrd="0" presId="urn:microsoft.com/office/officeart/2005/8/layout/chevron1"/>
    <dgm:cxn modelId="{5B0B9322-5CC6-45BC-9925-940751FB5872}" type="presParOf" srcId="{0650306C-18FF-4DD9-8E10-8EC19377C89D}" destId="{87FC732C-9934-4BE8-9A19-9E7F2F4D0E07}" srcOrd="1" destOrd="0" presId="urn:microsoft.com/office/officeart/2005/8/layout/chevron1"/>
    <dgm:cxn modelId="{107A4B3A-C30E-4FE6-A0E3-A34323412280}" type="presParOf" srcId="{0650306C-18FF-4DD9-8E10-8EC19377C89D}" destId="{29E19507-CD69-456C-A454-D083A3F74090}" srcOrd="2" destOrd="0" presId="urn:microsoft.com/office/officeart/2005/8/layout/chevron1"/>
    <dgm:cxn modelId="{38F96B15-EF39-4A39-8072-F94F1D184512}" type="presParOf" srcId="{0650306C-18FF-4DD9-8E10-8EC19377C89D}" destId="{37CB335D-DFBC-42D4-AE37-38B829CA7C3B}" srcOrd="3" destOrd="0" presId="urn:microsoft.com/office/officeart/2005/8/layout/chevron1"/>
    <dgm:cxn modelId="{221B6175-5BDE-4364-84D2-8B92DF3AC84D}" type="presParOf" srcId="{0650306C-18FF-4DD9-8E10-8EC19377C89D}" destId="{F16AAEE0-9302-43D0-82D2-D2D23A9BC001}" srcOrd="4" destOrd="0" presId="urn:microsoft.com/office/officeart/2005/8/layout/chevron1"/>
  </dgm:cxnLst>
  <dgm:bg>
    <a:noFill/>
  </dgm:bg>
  <dgm:whole>
    <a:ln>
      <a:noFill/>
    </a:ln>
  </dgm:whole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8416B97-B01C-4F98-8667-F61DE842239E}">
      <dsp:nvSpPr>
        <dsp:cNvPr id="0" name=""/>
        <dsp:cNvSpPr/>
      </dsp:nvSpPr>
      <dsp:spPr>
        <a:xfrm>
          <a:off x="1126320" y="436448"/>
          <a:ext cx="3465138" cy="3465138"/>
        </a:xfrm>
        <a:prstGeom prst="blockArc">
          <a:avLst>
            <a:gd name="adj1" fmla="val 13114286"/>
            <a:gd name="adj2" fmla="val 16200000"/>
            <a:gd name="adj3" fmla="val 3898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4450" dist="27940" dir="5400000" algn="ctr" rotWithShape="0">
            <a:srgbClr val="000000">
              <a:alpha val="32000"/>
            </a:srgbClr>
          </a:outerShdw>
        </a:effectLst>
        <a:scene3d>
          <a:camera prst="orthographicFront">
            <a:rot lat="0" lon="0" rev="0"/>
          </a:camera>
          <a:lightRig rig="balanced" dir="t">
            <a:rot lat="0" lon="0" rev="8700000"/>
          </a:lightRig>
        </a:scene3d>
        <a:sp3d>
          <a:bevelT w="190500" h="381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3D67167-838E-46E7-9ACC-BDC5B4DD87C4}">
      <dsp:nvSpPr>
        <dsp:cNvPr id="0" name=""/>
        <dsp:cNvSpPr/>
      </dsp:nvSpPr>
      <dsp:spPr>
        <a:xfrm>
          <a:off x="1126320" y="436448"/>
          <a:ext cx="3465138" cy="3465138"/>
        </a:xfrm>
        <a:prstGeom prst="blockArc">
          <a:avLst>
            <a:gd name="adj1" fmla="val 10028571"/>
            <a:gd name="adj2" fmla="val 13114286"/>
            <a:gd name="adj3" fmla="val 3898"/>
          </a:avLst>
        </a:prstGeom>
        <a:solidFill>
          <a:schemeClr val="bg1">
            <a:lumMod val="75000"/>
          </a:schemeClr>
        </a:solidFill>
        <a:ln w="6350" cap="flat" cmpd="sng" algn="ctr">
          <a:noFill/>
          <a:prstDash val="solid"/>
          <a:miter lim="800000"/>
        </a:ln>
        <a:effectLst>
          <a:outerShdw blurRad="44450" dist="27940" dir="5400000" algn="ctr" rotWithShape="0">
            <a:srgbClr val="000000">
              <a:alpha val="32000"/>
            </a:srgbClr>
          </a:outerShdw>
        </a:effectLst>
        <a:scene3d>
          <a:camera prst="orthographicFront">
            <a:rot lat="0" lon="0" rev="0"/>
          </a:camera>
          <a:lightRig rig="balanced" dir="t">
            <a:rot lat="0" lon="0" rev="8700000"/>
          </a:lightRig>
        </a:scene3d>
        <a:sp3d>
          <a:bevelT w="190500" h="38100"/>
        </a:sp3d>
      </dsp:spPr>
      <dsp:style>
        <a:lnRef idx="1">
          <a:schemeClr val="accent4"/>
        </a:lnRef>
        <a:fillRef idx="2">
          <a:schemeClr val="accent4"/>
        </a:fillRef>
        <a:effectRef idx="1">
          <a:schemeClr val="accent4"/>
        </a:effectRef>
        <a:fontRef idx="minor">
          <a:schemeClr val="dk1"/>
        </a:fontRef>
      </dsp:style>
    </dsp:sp>
    <dsp:sp modelId="{AF76FE4F-765A-473D-B7EF-0C1AFD55BA42}">
      <dsp:nvSpPr>
        <dsp:cNvPr id="0" name=""/>
        <dsp:cNvSpPr/>
      </dsp:nvSpPr>
      <dsp:spPr>
        <a:xfrm>
          <a:off x="1126320" y="436448"/>
          <a:ext cx="3465138" cy="3465138"/>
        </a:xfrm>
        <a:prstGeom prst="blockArc">
          <a:avLst>
            <a:gd name="adj1" fmla="val 6942857"/>
            <a:gd name="adj2" fmla="val 10028571"/>
            <a:gd name="adj3" fmla="val 3898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4450" dist="27940" dir="5400000" algn="ctr" rotWithShape="0">
            <a:srgbClr val="000000">
              <a:alpha val="32000"/>
            </a:srgbClr>
          </a:outerShdw>
        </a:effectLst>
        <a:scene3d>
          <a:camera prst="orthographicFront">
            <a:rot lat="0" lon="0" rev="0"/>
          </a:camera>
          <a:lightRig rig="balanced" dir="t">
            <a:rot lat="0" lon="0" rev="8700000"/>
          </a:lightRig>
        </a:scene3d>
        <a:sp3d>
          <a:bevelT w="190500" h="381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D1FDE4C-77F7-442B-94C6-C82F8E321924}">
      <dsp:nvSpPr>
        <dsp:cNvPr id="0" name=""/>
        <dsp:cNvSpPr/>
      </dsp:nvSpPr>
      <dsp:spPr>
        <a:xfrm>
          <a:off x="1126320" y="436448"/>
          <a:ext cx="3465138" cy="3465138"/>
        </a:xfrm>
        <a:prstGeom prst="blockArc">
          <a:avLst>
            <a:gd name="adj1" fmla="val 3857143"/>
            <a:gd name="adj2" fmla="val 6942857"/>
            <a:gd name="adj3" fmla="val 3898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4450" dist="27940" dir="5400000" algn="ctr" rotWithShape="0">
            <a:srgbClr val="000000">
              <a:alpha val="32000"/>
            </a:srgbClr>
          </a:outerShdw>
        </a:effectLst>
        <a:scene3d>
          <a:camera prst="orthographicFront">
            <a:rot lat="0" lon="0" rev="0"/>
          </a:camera>
          <a:lightRig rig="balanced" dir="t">
            <a:rot lat="0" lon="0" rev="8700000"/>
          </a:lightRig>
        </a:scene3d>
        <a:sp3d>
          <a:bevelT w="190500" h="381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ECBD507-96B6-473D-8837-1FB450AEFA98}">
      <dsp:nvSpPr>
        <dsp:cNvPr id="0" name=""/>
        <dsp:cNvSpPr/>
      </dsp:nvSpPr>
      <dsp:spPr>
        <a:xfrm>
          <a:off x="1126320" y="436448"/>
          <a:ext cx="3465138" cy="3465138"/>
        </a:xfrm>
        <a:prstGeom prst="blockArc">
          <a:avLst>
            <a:gd name="adj1" fmla="val 771429"/>
            <a:gd name="adj2" fmla="val 3857143"/>
            <a:gd name="adj3" fmla="val 3898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4450" dist="27940" dir="5400000" algn="ctr" rotWithShape="0">
            <a:srgbClr val="000000">
              <a:alpha val="32000"/>
            </a:srgbClr>
          </a:outerShdw>
        </a:effectLst>
        <a:scene3d>
          <a:camera prst="orthographicFront">
            <a:rot lat="0" lon="0" rev="0"/>
          </a:camera>
          <a:lightRig rig="balanced" dir="t">
            <a:rot lat="0" lon="0" rev="8700000"/>
          </a:lightRig>
        </a:scene3d>
        <a:sp3d>
          <a:bevelT w="190500" h="381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6A58535-74D9-4C18-A81A-1896A40B0E01}">
      <dsp:nvSpPr>
        <dsp:cNvPr id="0" name=""/>
        <dsp:cNvSpPr/>
      </dsp:nvSpPr>
      <dsp:spPr>
        <a:xfrm>
          <a:off x="1126320" y="436448"/>
          <a:ext cx="3465138" cy="3465138"/>
        </a:xfrm>
        <a:prstGeom prst="blockArc">
          <a:avLst>
            <a:gd name="adj1" fmla="val 19285714"/>
            <a:gd name="adj2" fmla="val 771429"/>
            <a:gd name="adj3" fmla="val 3898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4450" dist="27940" dir="5400000" algn="ctr" rotWithShape="0">
            <a:srgbClr val="000000">
              <a:alpha val="32000"/>
            </a:srgbClr>
          </a:outerShdw>
        </a:effectLst>
        <a:scene3d>
          <a:camera prst="orthographicFront">
            <a:rot lat="0" lon="0" rev="0"/>
          </a:camera>
          <a:lightRig rig="balanced" dir="t">
            <a:rot lat="0" lon="0" rev="8700000"/>
          </a:lightRig>
        </a:scene3d>
        <a:sp3d>
          <a:bevelT w="190500" h="381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B22D90A-EB48-4BB7-B08B-AEEB2073E773}">
      <dsp:nvSpPr>
        <dsp:cNvPr id="0" name=""/>
        <dsp:cNvSpPr/>
      </dsp:nvSpPr>
      <dsp:spPr>
        <a:xfrm>
          <a:off x="1126320" y="436448"/>
          <a:ext cx="3465138" cy="3465138"/>
        </a:xfrm>
        <a:prstGeom prst="blockArc">
          <a:avLst>
            <a:gd name="adj1" fmla="val 16200000"/>
            <a:gd name="adj2" fmla="val 19285714"/>
            <a:gd name="adj3" fmla="val 3898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4450" dist="27940" dir="5400000" algn="ctr" rotWithShape="0">
            <a:srgbClr val="000000">
              <a:alpha val="32000"/>
            </a:srgbClr>
          </a:outerShdw>
        </a:effectLst>
        <a:scene3d>
          <a:camera prst="orthographicFront">
            <a:rot lat="0" lon="0" rev="0"/>
          </a:camera>
          <a:lightRig rig="balanced" dir="t">
            <a:rot lat="0" lon="0" rev="8700000"/>
          </a:lightRig>
        </a:scene3d>
        <a:sp3d>
          <a:bevelT w="190500" h="381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535032B-142C-4137-894C-553386B16BFC}">
      <dsp:nvSpPr>
        <dsp:cNvPr id="0" name=""/>
        <dsp:cNvSpPr/>
      </dsp:nvSpPr>
      <dsp:spPr>
        <a:xfrm>
          <a:off x="1883065" y="1277185"/>
          <a:ext cx="1951647" cy="1783665"/>
        </a:xfrm>
        <a:prstGeom prst="ellipse">
          <a:avLst/>
        </a:prstGeom>
        <a:solidFill>
          <a:srgbClr val="0070C0"/>
        </a:solidFill>
        <a:ln w="6350" cap="flat" cmpd="sng" algn="ctr">
          <a:noFill/>
          <a:prstDash val="solid"/>
          <a:miter lim="800000"/>
        </a:ln>
        <a:effectLst>
          <a:outerShdw blurRad="44450" dist="27940" dir="5400000" algn="ctr" rotWithShape="0">
            <a:srgbClr val="000000">
              <a:alpha val="32000"/>
            </a:srgbClr>
          </a:outerShdw>
        </a:effectLst>
        <a:scene3d>
          <a:camera prst="orthographicFront">
            <a:rot lat="0" lon="0" rev="0"/>
          </a:camera>
          <a:lightRig rig="balanced" dir="t">
            <a:rot lat="0" lon="0" rev="8700000"/>
          </a:lightRig>
        </a:scene3d>
        <a:sp3d>
          <a:bevelT w="190500" h="38100"/>
        </a:sp3d>
      </dsp:spPr>
      <dsp:style>
        <a:lnRef idx="1">
          <a:schemeClr val="accent4"/>
        </a:lnRef>
        <a:fillRef idx="2">
          <a:schemeClr val="accent4"/>
        </a:fillRef>
        <a:effectRef idx="1">
          <a:schemeClr val="accent4"/>
        </a:effectRef>
        <a:fontRef idx="minor">
          <a:schemeClr val="dk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Data Governance</a:t>
          </a:r>
        </a:p>
      </dsp:txBody>
      <dsp:txXfrm>
        <a:off x="2168877" y="1538397"/>
        <a:ext cx="1380023" cy="1261241"/>
      </dsp:txXfrm>
    </dsp:sp>
    <dsp:sp modelId="{C91AB074-A21C-4C05-968A-C1D3CA29C341}">
      <dsp:nvSpPr>
        <dsp:cNvPr id="0" name=""/>
        <dsp:cNvSpPr/>
      </dsp:nvSpPr>
      <dsp:spPr>
        <a:xfrm>
          <a:off x="2318062" y="-50190"/>
          <a:ext cx="1081654" cy="1040820"/>
        </a:xfrm>
        <a:prstGeom prst="ellipse">
          <a:avLst/>
        </a:prstGeom>
        <a:solidFill>
          <a:srgbClr val="0070C0"/>
        </a:solidFill>
        <a:ln w="6350" cap="flat" cmpd="sng" algn="ctr">
          <a:noFill/>
          <a:prstDash val="solid"/>
          <a:miter lim="800000"/>
        </a:ln>
        <a:effectLst>
          <a:outerShdw blurRad="44450" dist="27940" dir="5400000" algn="ctr" rotWithShape="0">
            <a:srgbClr val="000000">
              <a:alpha val="32000"/>
            </a:srgbClr>
          </a:outerShdw>
        </a:effectLst>
        <a:scene3d>
          <a:camera prst="orthographicFront">
            <a:rot lat="0" lon="0" rev="0"/>
          </a:camera>
          <a:lightRig rig="balanced" dir="t">
            <a:rot lat="0" lon="0" rev="8700000"/>
          </a:lightRig>
        </a:scene3d>
        <a:sp3d>
          <a:bevelT w="190500" h="38100"/>
        </a:sp3d>
      </dsp:spPr>
      <dsp:style>
        <a:lnRef idx="1">
          <a:schemeClr val="accent4"/>
        </a:lnRef>
        <a:fillRef idx="2">
          <a:schemeClr val="accent4"/>
        </a:fillRef>
        <a:effectRef idx="1">
          <a:schemeClr val="accent4"/>
        </a:effectRef>
        <a:fontRef idx="minor">
          <a:schemeClr val="dk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>
              <a:solidFill>
                <a:schemeClr val="bg1"/>
              </a:solidFill>
            </a:rPr>
            <a:t>Enables decision making</a:t>
          </a:r>
        </a:p>
      </dsp:txBody>
      <dsp:txXfrm>
        <a:off x="2476467" y="102235"/>
        <a:ext cx="764844" cy="735970"/>
      </dsp:txXfrm>
    </dsp:sp>
    <dsp:sp modelId="{57482F16-68D6-4092-882F-BF04165BAA62}">
      <dsp:nvSpPr>
        <dsp:cNvPr id="0" name=""/>
        <dsp:cNvSpPr/>
      </dsp:nvSpPr>
      <dsp:spPr>
        <a:xfrm>
          <a:off x="3646236" y="589424"/>
          <a:ext cx="1081654" cy="1040820"/>
        </a:xfrm>
        <a:prstGeom prst="ellipse">
          <a:avLst/>
        </a:prstGeom>
        <a:solidFill>
          <a:srgbClr val="0070C0"/>
        </a:solidFill>
        <a:ln w="6350" cap="flat" cmpd="sng" algn="ctr">
          <a:noFill/>
          <a:prstDash val="solid"/>
          <a:miter lim="800000"/>
        </a:ln>
        <a:effectLst>
          <a:outerShdw blurRad="44450" dist="27940" dir="5400000" algn="ctr" rotWithShape="0">
            <a:srgbClr val="000000">
              <a:alpha val="32000"/>
            </a:srgbClr>
          </a:outerShdw>
        </a:effectLst>
        <a:scene3d>
          <a:camera prst="orthographicFront">
            <a:rot lat="0" lon="0" rev="0"/>
          </a:camera>
          <a:lightRig rig="balanced" dir="t">
            <a:rot lat="0" lon="0" rev="8700000"/>
          </a:lightRig>
        </a:scene3d>
        <a:sp3d>
          <a:bevelT w="190500" h="38100"/>
        </a:sp3d>
      </dsp:spPr>
      <dsp:style>
        <a:lnRef idx="1">
          <a:schemeClr val="accent4"/>
        </a:lnRef>
        <a:fillRef idx="2">
          <a:schemeClr val="accent4"/>
        </a:fillRef>
        <a:effectRef idx="1">
          <a:schemeClr val="accent4"/>
        </a:effectRef>
        <a:fontRef idx="minor">
          <a:schemeClr val="dk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>
              <a:solidFill>
                <a:schemeClr val="bg1"/>
              </a:solidFill>
            </a:rPr>
            <a:t>Reduces operational friction</a:t>
          </a:r>
        </a:p>
      </dsp:txBody>
      <dsp:txXfrm>
        <a:off x="3804641" y="741849"/>
        <a:ext cx="764844" cy="735970"/>
      </dsp:txXfrm>
    </dsp:sp>
    <dsp:sp modelId="{0A7038DF-F749-4E58-BAEE-2B67D8A95FEA}">
      <dsp:nvSpPr>
        <dsp:cNvPr id="0" name=""/>
        <dsp:cNvSpPr/>
      </dsp:nvSpPr>
      <dsp:spPr>
        <a:xfrm>
          <a:off x="3974268" y="2026626"/>
          <a:ext cx="1081654" cy="1040820"/>
        </a:xfrm>
        <a:prstGeom prst="ellipse">
          <a:avLst/>
        </a:prstGeom>
        <a:solidFill>
          <a:srgbClr val="0070C0"/>
        </a:solidFill>
        <a:ln w="6350" cap="flat" cmpd="sng" algn="ctr">
          <a:noFill/>
          <a:prstDash val="solid"/>
          <a:miter lim="800000"/>
        </a:ln>
        <a:effectLst>
          <a:outerShdw blurRad="44450" dist="27940" dir="5400000" algn="ctr" rotWithShape="0">
            <a:srgbClr val="000000">
              <a:alpha val="32000"/>
            </a:srgbClr>
          </a:outerShdw>
        </a:effectLst>
        <a:scene3d>
          <a:camera prst="orthographicFront">
            <a:rot lat="0" lon="0" rev="0"/>
          </a:camera>
          <a:lightRig rig="balanced" dir="t">
            <a:rot lat="0" lon="0" rev="8700000"/>
          </a:lightRig>
        </a:scene3d>
        <a:sp3d>
          <a:bevelT w="190500" h="38100"/>
        </a:sp3d>
      </dsp:spPr>
      <dsp:style>
        <a:lnRef idx="1">
          <a:schemeClr val="accent4"/>
        </a:lnRef>
        <a:fillRef idx="2">
          <a:schemeClr val="accent4"/>
        </a:fillRef>
        <a:effectRef idx="1">
          <a:schemeClr val="accent4"/>
        </a:effectRef>
        <a:fontRef idx="minor">
          <a:schemeClr val="dk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>
              <a:solidFill>
                <a:schemeClr val="bg1"/>
              </a:solidFill>
            </a:rPr>
            <a:t>Protects the needs of the stakeholders</a:t>
          </a:r>
        </a:p>
      </dsp:txBody>
      <dsp:txXfrm>
        <a:off x="4132673" y="2179051"/>
        <a:ext cx="764844" cy="735970"/>
      </dsp:txXfrm>
    </dsp:sp>
    <dsp:sp modelId="{30F9D9BB-307B-44CF-B417-943F694E05B2}">
      <dsp:nvSpPr>
        <dsp:cNvPr id="0" name=""/>
        <dsp:cNvSpPr/>
      </dsp:nvSpPr>
      <dsp:spPr>
        <a:xfrm>
          <a:off x="3055143" y="3179172"/>
          <a:ext cx="1081654" cy="1040820"/>
        </a:xfrm>
        <a:prstGeom prst="ellipse">
          <a:avLst/>
        </a:prstGeom>
        <a:solidFill>
          <a:srgbClr val="0070C0"/>
        </a:solidFill>
        <a:ln w="6350" cap="flat" cmpd="sng" algn="ctr">
          <a:noFill/>
          <a:prstDash val="solid"/>
          <a:miter lim="800000"/>
        </a:ln>
        <a:effectLst>
          <a:outerShdw blurRad="44450" dist="27940" dir="5400000" algn="ctr" rotWithShape="0">
            <a:srgbClr val="000000">
              <a:alpha val="32000"/>
            </a:srgbClr>
          </a:outerShdw>
        </a:effectLst>
        <a:scene3d>
          <a:camera prst="orthographicFront">
            <a:rot lat="0" lon="0" rev="0"/>
          </a:camera>
          <a:lightRig rig="balanced" dir="t">
            <a:rot lat="0" lon="0" rev="8700000"/>
          </a:lightRig>
        </a:scene3d>
        <a:sp3d>
          <a:bevelT w="190500" h="38100"/>
        </a:sp3d>
      </dsp:spPr>
      <dsp:style>
        <a:lnRef idx="1">
          <a:schemeClr val="accent4"/>
        </a:lnRef>
        <a:fillRef idx="2">
          <a:schemeClr val="accent4"/>
        </a:fillRef>
        <a:effectRef idx="1">
          <a:schemeClr val="accent4"/>
        </a:effectRef>
        <a:fontRef idx="minor">
          <a:schemeClr val="dk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>
              <a:solidFill>
                <a:schemeClr val="bg1"/>
              </a:solidFill>
            </a:rPr>
            <a:t>Educates management and staff to adapt common approaches</a:t>
          </a:r>
        </a:p>
      </dsp:txBody>
      <dsp:txXfrm>
        <a:off x="3213548" y="3331597"/>
        <a:ext cx="764844" cy="735970"/>
      </dsp:txXfrm>
    </dsp:sp>
    <dsp:sp modelId="{9158B78E-53CC-4C75-A7C8-2EC6C16FC9C1}">
      <dsp:nvSpPr>
        <dsp:cNvPr id="0" name=""/>
        <dsp:cNvSpPr/>
      </dsp:nvSpPr>
      <dsp:spPr>
        <a:xfrm>
          <a:off x="1580981" y="3179172"/>
          <a:ext cx="1081654" cy="1040820"/>
        </a:xfrm>
        <a:prstGeom prst="ellipse">
          <a:avLst/>
        </a:prstGeom>
        <a:solidFill>
          <a:srgbClr val="0070C0"/>
        </a:solidFill>
        <a:ln w="6350" cap="flat" cmpd="sng" algn="ctr">
          <a:noFill/>
          <a:prstDash val="solid"/>
          <a:miter lim="800000"/>
        </a:ln>
        <a:effectLst>
          <a:outerShdw blurRad="44450" dist="27940" dir="5400000" algn="ctr" rotWithShape="0">
            <a:srgbClr val="000000">
              <a:alpha val="32000"/>
            </a:srgbClr>
          </a:outerShdw>
        </a:effectLst>
        <a:scene3d>
          <a:camera prst="orthographicFront">
            <a:rot lat="0" lon="0" rev="0"/>
          </a:camera>
          <a:lightRig rig="balanced" dir="t">
            <a:rot lat="0" lon="0" rev="8700000"/>
          </a:lightRig>
        </a:scene3d>
        <a:sp3d>
          <a:bevelT w="190500" h="38100"/>
        </a:sp3d>
      </dsp:spPr>
      <dsp:style>
        <a:lnRef idx="1">
          <a:schemeClr val="accent4"/>
        </a:lnRef>
        <a:fillRef idx="2">
          <a:schemeClr val="accent4"/>
        </a:fillRef>
        <a:effectRef idx="1">
          <a:schemeClr val="accent4"/>
        </a:effectRef>
        <a:fontRef idx="minor">
          <a:schemeClr val="dk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>
              <a:solidFill>
                <a:schemeClr val="bg1"/>
              </a:solidFill>
            </a:rPr>
            <a:t>Builds standards and processes</a:t>
          </a:r>
        </a:p>
      </dsp:txBody>
      <dsp:txXfrm>
        <a:off x="1739386" y="3331597"/>
        <a:ext cx="764844" cy="735970"/>
      </dsp:txXfrm>
    </dsp:sp>
    <dsp:sp modelId="{5ACF62E7-D32E-4F30-921C-B1FAECCE95C4}">
      <dsp:nvSpPr>
        <dsp:cNvPr id="0" name=""/>
        <dsp:cNvSpPr/>
      </dsp:nvSpPr>
      <dsp:spPr>
        <a:xfrm>
          <a:off x="661856" y="2026626"/>
          <a:ext cx="1081654" cy="1040820"/>
        </a:xfrm>
        <a:prstGeom prst="ellipse">
          <a:avLst/>
        </a:prstGeom>
        <a:solidFill>
          <a:srgbClr val="0070C0"/>
        </a:solidFill>
        <a:ln w="6350" cap="flat" cmpd="sng" algn="ctr">
          <a:noFill/>
          <a:prstDash val="solid"/>
          <a:miter lim="800000"/>
        </a:ln>
        <a:effectLst>
          <a:outerShdw blurRad="44450" dist="27940" dir="5400000" algn="ctr" rotWithShape="0">
            <a:srgbClr val="000000">
              <a:alpha val="32000"/>
            </a:srgbClr>
          </a:outerShdw>
        </a:effectLst>
        <a:scene3d>
          <a:camera prst="orthographicFront">
            <a:rot lat="0" lon="0" rev="0"/>
          </a:camera>
          <a:lightRig rig="balanced" dir="t">
            <a:rot lat="0" lon="0" rev="8700000"/>
          </a:lightRig>
        </a:scene3d>
        <a:sp3d>
          <a:bevelT w="190500" h="38100"/>
        </a:sp3d>
      </dsp:spPr>
      <dsp:style>
        <a:lnRef idx="1">
          <a:schemeClr val="accent4"/>
        </a:lnRef>
        <a:fillRef idx="2">
          <a:schemeClr val="accent4"/>
        </a:fillRef>
        <a:effectRef idx="1">
          <a:schemeClr val="accent4"/>
        </a:effectRef>
        <a:fontRef idx="minor">
          <a:schemeClr val="dk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>
              <a:solidFill>
                <a:schemeClr val="bg1"/>
              </a:solidFill>
            </a:rPr>
            <a:t>Reduces cost and increases effectiveness</a:t>
          </a:r>
        </a:p>
      </dsp:txBody>
      <dsp:txXfrm>
        <a:off x="820261" y="2179051"/>
        <a:ext cx="764844" cy="735970"/>
      </dsp:txXfrm>
    </dsp:sp>
    <dsp:sp modelId="{347DF6B4-863D-451F-957D-5DEA9DD78B98}">
      <dsp:nvSpPr>
        <dsp:cNvPr id="0" name=""/>
        <dsp:cNvSpPr/>
      </dsp:nvSpPr>
      <dsp:spPr>
        <a:xfrm>
          <a:off x="989887" y="589424"/>
          <a:ext cx="1081654" cy="1040820"/>
        </a:xfrm>
        <a:prstGeom prst="ellipse">
          <a:avLst/>
        </a:prstGeom>
        <a:solidFill>
          <a:srgbClr val="0070C0"/>
        </a:solidFill>
        <a:ln w="6350" cap="flat" cmpd="sng" algn="ctr">
          <a:noFill/>
          <a:prstDash val="solid"/>
          <a:miter lim="800000"/>
        </a:ln>
        <a:effectLst>
          <a:outerShdw blurRad="44450" dist="27940" dir="5400000" algn="ctr" rotWithShape="0">
            <a:srgbClr val="000000">
              <a:alpha val="32000"/>
            </a:srgbClr>
          </a:outerShdw>
        </a:effectLst>
        <a:scene3d>
          <a:camera prst="orthographicFront">
            <a:rot lat="0" lon="0" rev="0"/>
          </a:camera>
          <a:lightRig rig="balanced" dir="t">
            <a:rot lat="0" lon="0" rev="8700000"/>
          </a:lightRig>
        </a:scene3d>
        <a:sp3d>
          <a:bevelT w="190500" h="38100"/>
        </a:sp3d>
      </dsp:spPr>
      <dsp:style>
        <a:lnRef idx="1">
          <a:schemeClr val="accent4"/>
        </a:lnRef>
        <a:fillRef idx="2">
          <a:schemeClr val="accent4"/>
        </a:fillRef>
        <a:effectRef idx="1">
          <a:schemeClr val="accent4"/>
        </a:effectRef>
        <a:fontRef idx="minor">
          <a:schemeClr val="dk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>
              <a:solidFill>
                <a:schemeClr val="bg1"/>
              </a:solidFill>
            </a:rPr>
            <a:t>Ensures transparency</a:t>
          </a:r>
        </a:p>
      </dsp:txBody>
      <dsp:txXfrm>
        <a:off x="1148292" y="741849"/>
        <a:ext cx="764844" cy="73597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70BECBC-0422-462C-BD30-3FC711E8825B}">
      <dsp:nvSpPr>
        <dsp:cNvPr id="0" name=""/>
        <dsp:cNvSpPr/>
      </dsp:nvSpPr>
      <dsp:spPr>
        <a:xfrm>
          <a:off x="1925" y="868130"/>
          <a:ext cx="2346379" cy="938551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lumMod val="75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009" tIns="24003" rIns="24003" bIns="24003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Business Needs</a:t>
          </a:r>
        </a:p>
      </dsp:txBody>
      <dsp:txXfrm>
        <a:off x="471201" y="868130"/>
        <a:ext cx="1407828" cy="938551"/>
      </dsp:txXfrm>
    </dsp:sp>
    <dsp:sp modelId="{29E19507-CD69-456C-A454-D083A3F74090}">
      <dsp:nvSpPr>
        <dsp:cNvPr id="0" name=""/>
        <dsp:cNvSpPr/>
      </dsp:nvSpPr>
      <dsp:spPr>
        <a:xfrm>
          <a:off x="2113667" y="868130"/>
          <a:ext cx="2346379" cy="938551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lumMod val="75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009" tIns="24003" rIns="24003" bIns="24003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Information Needs</a:t>
          </a:r>
        </a:p>
      </dsp:txBody>
      <dsp:txXfrm>
        <a:off x="2582943" y="868130"/>
        <a:ext cx="1407828" cy="938551"/>
      </dsp:txXfrm>
    </dsp:sp>
    <dsp:sp modelId="{F16AAEE0-9302-43D0-82D2-D2D23A9BC001}">
      <dsp:nvSpPr>
        <dsp:cNvPr id="0" name=""/>
        <dsp:cNvSpPr/>
      </dsp:nvSpPr>
      <dsp:spPr>
        <a:xfrm>
          <a:off x="4225409" y="868130"/>
          <a:ext cx="2346379" cy="938551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lumMod val="75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009" tIns="24003" rIns="24003" bIns="24003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Technical Needs</a:t>
          </a:r>
        </a:p>
      </dsp:txBody>
      <dsp:txXfrm>
        <a:off x="4694685" y="868130"/>
        <a:ext cx="1407828" cy="93855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radial6">
  <dgm:title val=""/>
  <dgm:desc val=""/>
  <dgm:catLst>
    <dgm:cat type="cycle" pri="9000"/>
    <dgm:cat type="relationship" pri="2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Name0">
    <dgm:varLst>
      <dgm:chMax val="1"/>
      <dgm:dir/>
      <dgm:animLvl val="ctr"/>
      <dgm:resizeHandles val="exact"/>
    </dgm:varLst>
    <dgm:choose name="Name1">
      <dgm:if name="Name2" func="var" arg="dir" op="equ" val="norm">
        <dgm:choose name="Name3">
          <dgm:if name="Name4" axis="ch ch" ptType="node node" st="1 1" cnt="1 0" func="cnt" op="lte" val="1">
            <dgm:alg type="cycle">
              <dgm:param type="stAng" val="90"/>
              <dgm:param type="spanAng" val="360"/>
              <dgm:param type="ctrShpMap" val="fNode"/>
            </dgm:alg>
          </dgm:if>
          <dgm:else name="Name5">
            <dgm:alg type="cycle">
              <dgm:param type="stAng" val="0"/>
              <dgm:param type="spanAng" val="360"/>
              <dgm:param type="ctrShpMap" val="fNode"/>
            </dgm:alg>
          </dgm:else>
        </dgm:choose>
      </dgm:if>
      <dgm:else name="Name6">
        <dgm:choose name="Name7">
          <dgm:if name="Name8" axis="ch ch" ptType="node node" st="1 1" cnt="1 0" func="cnt" op="lte" val="1">
            <dgm:alg type="cycle">
              <dgm:param type="stAng" val="-90"/>
              <dgm:param type="spanAng" val="360"/>
              <dgm:param type="ctrShpMap" val="fNode"/>
            </dgm:alg>
          </dgm:if>
          <dgm:else name="Name9">
            <dgm:alg type="cycle">
              <dgm:param type="stAng" val="0"/>
              <dgm:param type="spanAng" val="-360"/>
              <dgm:param type="ctrShpMap" val="fNode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10">
      <dgm:if name="Name11" func="var" arg="dir" op="equ" val="norm">
        <dgm:choose name="Name12">
          <dgm:if name="Name13" axis="ch ch" ptType="node node" st="1 1" cnt="1 0" func="cnt" op="equ" val="1">
            <dgm:constrLst>
              <dgm:constr type="diam" val="170"/>
              <dgm:constr type="w" for="ch" forName="centerShape" refType="w"/>
              <dgm:constr type="w" for="ch" forName="oneComp" refType="w" refFor="ch" refForName="centerShape" op="equ" fact="0.7"/>
              <dgm:constr type="sp" refType="w" refFor="ch" refForName="oneComp" fact="0.3"/>
              <dgm:constr type="sibSp" refType="w" refFor="ch" refForName="oneComp" fact="0.3"/>
              <dgm:constr type="primFontSz" for="ch" forName="centerShape" val="65"/>
              <dgm:constr type="primFontSz" for="des" forName="oneNode" refType="primFontSz" refFor="ch" refForName="centerShape" fact="0.95"/>
              <dgm:constr type="primFontSz" for="des" forName="oneNode" refType="primFontSz" refFor="ch" refForName="centerShape" op="lte" fact="0.95"/>
              <dgm:constr type="diam" for="ch" forName="singleconn" refType="diam" op="equ" fact="-1"/>
              <dgm:constr type="h" for="ch" forName="singleconn" refType="w" refFor="ch" refForName="oneComp" fact="0.24"/>
              <dgm:constr type="w" for="ch" forName="dummya" refType="w" refFor="ch" refForName="oneComp" op="equ"/>
              <dgm:constr type="w" for="ch" forName="dummyb" refType="w" refFor="ch" refForName="oneComp" op="equ"/>
              <dgm:constr type="w" for="ch" forName="dummyc" refType="w" refFor="ch" refForName="oneComp" op="equ"/>
            </dgm:constrLst>
          </dgm:if>
          <dgm:else name="Name14">
            <dgm:constrLst>
              <dgm:constr type="diam" val="170"/>
              <dgm:constr type="w" for="ch" forName="centerShape" refType="w"/>
              <dgm:constr type="w" for="ch" forName="node" refType="w" refFor="ch" refForName="centerShape" op="equ" fact="0.7"/>
              <dgm:constr type="sp" refType="w" refFor="ch" refForName="node" fact="0.3"/>
              <dgm:constr type="sibSp" refType="w" refFor="ch" refForName="node" fact="0.3"/>
              <dgm:constr type="primFontSz" for="ch" forName="centerShape" val="65"/>
              <dgm:constr type="primFontSz" for="des" forName="node" refType="primFontSz" refFor="ch" refForName="centerShape" fact="0.78"/>
              <dgm:constr type="primFontSz" for="ch" forName="node" refType="primFontSz" refFor="ch" refForName="centerShape" op="lte" fact="0.95"/>
              <dgm:constr type="diam" for="ch" forName="sibTrans" refType="diam" op="equ"/>
              <dgm:constr type="h" for="ch" forName="sibTrans" refType="w" refFor="ch" refForName="node" fact="0.24"/>
              <dgm:constr type="w" for="ch" forName="dummy" val="1"/>
            </dgm:constrLst>
          </dgm:else>
        </dgm:choose>
      </dgm:if>
      <dgm:else name="Name15">
        <dgm:choose name="Name16">
          <dgm:if name="Name17" axis="ch ch" ptType="node node" st="1 1" cnt="1 0" func="cnt" op="equ" val="1">
            <dgm:constrLst>
              <dgm:constr type="diam" val="170"/>
              <dgm:constr type="w" for="ch" forName="centerShape" refType="w"/>
              <dgm:constr type="w" for="ch" forName="oneComp" refType="w" refFor="ch" refForName="centerShape" op="equ" fact="0.7"/>
              <dgm:constr type="sp" refType="w" refFor="ch" refForName="oneComp" fact="0.3"/>
              <dgm:constr type="sibSp" refType="w" refFor="ch" refForName="oneComp" fact="0.3"/>
              <dgm:constr type="primFontSz" for="ch" forName="centerShape" val="65"/>
              <dgm:constr type="primFontSz" for="des" forName="oneNode" refType="primFontSz" refFor="ch" refForName="centerShape" fact="0.95"/>
              <dgm:constr type="primFontSz" for="ch" forName="oneNode" refType="primFontSz" refFor="ch" refForName="centerShape" op="lte" fact="0.95"/>
              <dgm:constr type="diam" for="ch" forName="singleconn" refType="diam"/>
              <dgm:constr type="h" for="ch" forName="singleconn" refType="w" refFor="ch" refForName="oneComp" fact="0.24"/>
              <dgm:constr type="diam" for="ch" refType="diam" op="equ"/>
              <dgm:constr type="w" for="ch" forName="dummya" refType="w" refFor="ch" refForName="oneComp" op="equ"/>
              <dgm:constr type="w" for="ch" forName="dummyb" refType="w" refFor="ch" refForName="oneComp" op="equ"/>
              <dgm:constr type="w" for="ch" forName="dummyc" refType="w" refFor="ch" refForName="oneComp" op="equ"/>
            </dgm:constrLst>
          </dgm:if>
          <dgm:else name="Name18">
            <dgm:constrLst>
              <dgm:constr type="diam" val="170"/>
              <dgm:constr type="w" for="ch" forName="centerShape" refType="w"/>
              <dgm:constr type="w" for="ch" forName="node" refType="w" refFor="ch" refForName="centerShape" op="equ" fact="0.7"/>
              <dgm:constr type="sp" refType="w" refFor="ch" refForName="node" fact="0.3"/>
              <dgm:constr type="sibSp" refType="w" refFor="ch" refForName="node" fact="0.3"/>
              <dgm:constr type="primFontSz" for="ch" forName="centerShape" val="65"/>
              <dgm:constr type="primFontSz" for="des" forName="node" refType="primFontSz" refFor="ch" refForName="centerShape" fact="0.78"/>
              <dgm:constr type="primFontSz" for="ch" forName="node" refType="primFontSz" refFor="ch" refForName="centerShape" op="lte" fact="0.95"/>
              <dgm:constr type="diam" for="ch" ptType="sibTrans" refType="diam" fact="-1"/>
              <dgm:constr type="h" for="ch" forName="sibTrans" refType="w" refFor="ch" refForName="node" fact="0.24"/>
              <dgm:constr type="diam" for="ch" refType="diam" op="equ" fact="-1"/>
              <dgm:constr type="w" for="ch" forName="dummy" val="1"/>
            </dgm:constrLst>
          </dgm:else>
        </dgm:choose>
      </dgm:else>
    </dgm:choose>
    <dgm:ruleLst>
      <dgm:rule type="diam" val="INF" fact="NaN" max="NaN"/>
    </dgm:ruleLst>
    <dgm:forEach name="Name19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h" refType="w"/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forEach name="Name20" axis="ch">
        <dgm:forEach name="Name21" axis="self" ptType="node">
          <dgm:choose name="Name22">
            <dgm:if name="Name23" axis="par ch" ptType="node node" func="cnt" op="gt" val="1">
              <dgm:layoutNode name="node" styleLbl="node1">
                <dgm:varLst>
                  <dgm:bulletEnabled val="1"/>
                </dgm:varLst>
                <dgm:alg type="tx">
                  <dgm:param type="txAnchorVertCh" val="mid"/>
                </dgm:alg>
                <dgm:shape xmlns:r="http://schemas.openxmlformats.org/officeDocument/2006/relationships" type="ellipse" r:blip="">
                  <dgm:adjLst/>
                </dgm:shape>
                <dgm:presOf axis="desOrSelf" ptType="node"/>
                <dgm:constrLst>
                  <dgm:constr type="h" refType="w"/>
                  <dgm:constr type="tMarg" refType="primFontSz" fact="0.1"/>
                  <dgm:constr type="bMarg" refType="primFontSz" fact="0.1"/>
                  <dgm:constr type="lMarg" refType="primFontSz" fact="0.1"/>
                  <dgm:constr type="rMarg" refType="primFontSz" fact="0.1"/>
                </dgm:constrLst>
                <dgm:ruleLst>
                  <dgm:rule type="primFontSz" val="5" fact="NaN" max="NaN"/>
                </dgm:ruleLst>
              </dgm:layoutNode>
              <dgm:layoutNode name="dummy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forEach name="sibTransForEach" axis="followSib" ptType="sibTrans" hideLastTrans="0" cnt="1">
                <dgm:layoutNode name="sibTrans" styleLbl="sibTrans2D1">
                  <dgm:alg type="conn">
                    <dgm:param type="connRout" val="curve"/>
                    <dgm:param type="begPts" val="ctr"/>
                    <dgm:param type="endPts" val="ctr"/>
                    <dgm:param type="begSty" val="noArr"/>
                    <dgm:param type="endSty" val="noArr"/>
                    <dgm:param type="dstNode" val="node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</dgm:if>
            <dgm:if name="Name24" axis="par ch" ptType="node node" func="cnt" op="equ" val="1">
              <dgm:layoutNode name="oneComp">
                <dgm:alg type="composite">
                  <dgm:param type="ar" val="1"/>
                </dgm:alg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  <dgm:constr type="l" for="ch" forName="dummyConnPt" refType="w" fact="0.5"/>
                  <dgm:constr type="t" for="ch" forName="dummyConnPt" refType="w" fact="0.5"/>
                  <dgm:constr type="l" for="ch" forName="oneNode"/>
                  <dgm:constr type="t" for="ch" forName="oneNode"/>
                  <dgm:constr type="h" for="ch" forName="oneNode" refType="h"/>
                  <dgm:constr type="w" for="ch" forName="oneNode" refType="w"/>
                </dgm:constrLst>
                <dgm:ruleLst/>
                <dgm:layoutNode name="dummyConnPt" styleLbl="node1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val="1"/>
                    <dgm:constr type="h" val="1"/>
                  </dgm:constrLst>
                  <dgm:ruleLst/>
                </dgm:layoutNode>
                <dgm:layoutNode name="oneNode" styleLbl="node1">
                  <dgm:varLst>
                    <dgm:bulletEnabled val="1"/>
                  </dgm:varLst>
                  <dgm:alg type="tx">
                    <dgm:param type="txAnchorVertCh" val="mid"/>
                  </dgm:alg>
                  <dgm:shape xmlns:r="http://schemas.openxmlformats.org/officeDocument/2006/relationships" type="ellipse" r:blip="">
                    <dgm:adjLst/>
                  </dgm:shape>
                  <dgm:presOf axis="desOrSelf" ptType="node"/>
                  <dgm:constrLst>
                    <dgm:constr type="h" refType="w"/>
                    <dgm:constr type="tMarg" refType="primFontSz" fact="0.1"/>
                    <dgm:constr type="bMarg" refType="primFontSz" fact="0.1"/>
                    <dgm:constr type="lMarg" refType="primFontSz" fact="0.1"/>
                    <dgm:constr type="rMarg" refType="primFontSz" fact="0.1"/>
                  </dgm:constrLst>
                  <dgm:ruleLst>
                    <dgm:rule type="primFontSz" val="5" fact="NaN" max="NaN"/>
                  </dgm:ruleLst>
                </dgm:layoutNode>
              </dgm:layoutNode>
              <dgm:layoutNode name="dummya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layoutNode name="dummyb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layoutNode name="dummyc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forEach name="sibTransForEach1" axis="followSib" ptType="sibTrans" hideLastTrans="0" cnt="1">
                <dgm:layoutNode name="singleconn" styleLbl="sibTrans2D1">
                  <dgm:alg type="conn">
                    <dgm:param type="connRout" val="longCurve"/>
                    <dgm:param type="begPts" val="bCtr"/>
                    <dgm:param type="endPts" val="tCtr"/>
                    <dgm:param type="begSty" val="noArr"/>
                    <dgm:param type="endSty" val="noArr"/>
                    <dgm:param type="srcNode" val="dummyConnPt"/>
                    <dgm:param type="dstNode" val="dummyConnPt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</dgm:if>
            <dgm:else name="Name25"/>
          </dgm:choose>
        </dgm:forEach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#2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2ED4134-F8F3-410E-9DC6-685FCB7703EC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40650A3-4E25-46AB-A091-3A4C72A5F9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2743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0650A3-4E25-46AB-A091-3A4C72A5F98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31959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69D8A0-9EDE-FD46-909A-894B0187F891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D33214-9A81-EF46-B25A-2A41F1463DF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69D8A0-9EDE-FD46-909A-894B0187F891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D33214-9A81-EF46-B25A-2A41F1463DF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69D8A0-9EDE-FD46-909A-894B0187F891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D33214-9A81-EF46-B25A-2A41F1463DF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69D8A0-9EDE-FD46-909A-894B0187F891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D33214-9A81-EF46-B25A-2A41F1463DF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69D8A0-9EDE-FD46-909A-894B0187F891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D33214-9A81-EF46-B25A-2A41F1463DF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69D8A0-9EDE-FD46-909A-894B0187F891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D33214-9A81-EF46-B25A-2A41F1463DF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69D8A0-9EDE-FD46-909A-894B0187F891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D33214-9A81-EF46-B25A-2A41F1463DF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69D8A0-9EDE-FD46-909A-894B0187F891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D33214-9A81-EF46-B25A-2A41F1463DF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69D8A0-9EDE-FD46-909A-894B0187F891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D33214-9A81-EF46-B25A-2A41F1463DF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69D8A0-9EDE-FD46-909A-894B0187F891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D33214-9A81-EF46-B25A-2A41F1463DF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69D8A0-9EDE-FD46-909A-894B0187F891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D33214-9A81-EF46-B25A-2A41F1463DF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69D8A0-9EDE-FD46-909A-894B0187F891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D33214-9A81-EF46-B25A-2A41F1463D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60600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cs typeface="Calibri Light"/>
              </a:rPr>
              <a:t>Data Governance Introduction</a:t>
            </a:r>
            <a:endParaRPr lang="en-US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1675DDC2-E462-9CBA-46A6-B71A0DB324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12669" y="4826636"/>
            <a:ext cx="6858000" cy="1655762"/>
          </a:xfrm>
        </p:spPr>
        <p:txBody>
          <a:bodyPr>
            <a:normAutofit/>
          </a:bodyPr>
          <a:lstStyle/>
          <a:p>
            <a:r>
              <a:rPr lang="en-US" sz="1600" dirty="0"/>
              <a:t>Credits: Oklahoma office of management and enterprise services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29949B6-9E61-C9D8-62AE-C9B7FF2518DC}"/>
              </a:ext>
            </a:extLst>
          </p:cNvPr>
          <p:cNvSpPr/>
          <p:nvPr/>
        </p:nvSpPr>
        <p:spPr>
          <a:xfrm>
            <a:off x="6411686" y="5614851"/>
            <a:ext cx="2673531" cy="83602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81024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07894" y="405187"/>
            <a:ext cx="7772400" cy="738095"/>
          </a:xfrm>
        </p:spPr>
        <p:txBody>
          <a:bodyPr>
            <a:normAutofit/>
          </a:bodyPr>
          <a:lstStyle/>
          <a:p>
            <a:pPr algn="l"/>
            <a:r>
              <a:rPr lang="en-US" sz="3600" b="1" dirty="0">
                <a:ea typeface="+mj-lt"/>
                <a:cs typeface="+mj-lt"/>
              </a:rPr>
              <a:t>Data Governance </a:t>
            </a:r>
            <a:endParaRPr lang="en-US" sz="3600" dirty="0">
              <a:cs typeface="Calibri Light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21659" y="1441544"/>
            <a:ext cx="7386917" cy="4461714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/>
            <a:endParaRPr lang="en-US" dirty="0">
              <a:cs typeface="Calibri" panose="020F0502020204030204"/>
            </a:endParaRPr>
          </a:p>
          <a:p>
            <a:pPr marL="1143000" indent="-342900" algn="l">
              <a:buFont typeface="Arial" panose="020B0604020202020204" pitchFamily="34" charset="0"/>
              <a:buChar char="•"/>
            </a:pPr>
            <a:r>
              <a:rPr lang="en-US" sz="2000" dirty="0">
                <a:ea typeface="+mn-lt"/>
                <a:cs typeface="+mn-lt"/>
              </a:rPr>
              <a:t>Information is treated as an enterprise-wide asset and is readily available to support evidence-based decision-making and informed action.</a:t>
            </a:r>
          </a:p>
          <a:p>
            <a:pPr marL="1143000" indent="-342900" algn="l">
              <a:buFont typeface="Arial" panose="020B0604020202020204" pitchFamily="34" charset="0"/>
              <a:buChar char="•"/>
            </a:pPr>
            <a:endParaRPr lang="en-US" sz="2000" dirty="0">
              <a:ea typeface="+mn-lt"/>
              <a:cs typeface="+mn-lt"/>
            </a:endParaRPr>
          </a:p>
          <a:p>
            <a:pPr marL="1143000" lvl="1" indent="-342900" algn="l">
              <a:buFont typeface="Arial" panose="020B0604020202020204" pitchFamily="34" charset="0"/>
              <a:buChar char="•"/>
            </a:pPr>
            <a:r>
              <a:rPr lang="en-US" dirty="0">
                <a:ea typeface="+mn-lt"/>
                <a:cs typeface="+mn-lt"/>
              </a:rPr>
              <a:t> The mission of the Data Governance program is to:</a:t>
            </a:r>
            <a:endParaRPr lang="en-US" dirty="0">
              <a:cs typeface="Calibri" panose="020F0502020204030204"/>
            </a:endParaRPr>
          </a:p>
          <a:p>
            <a:pPr marL="1657350" lvl="3" indent="-285750" algn="l">
              <a:buChar char="•"/>
            </a:pPr>
            <a:r>
              <a:rPr lang="en-US" sz="1800" dirty="0">
                <a:ea typeface="+mn-lt"/>
                <a:cs typeface="+mn-lt"/>
              </a:rPr>
              <a:t>Proactively define and align data rules across the organization.</a:t>
            </a:r>
            <a:endParaRPr lang="en-US" sz="1800" dirty="0">
              <a:cs typeface="Calibri"/>
            </a:endParaRPr>
          </a:p>
          <a:p>
            <a:pPr marL="1657350" lvl="3" indent="-285750" algn="l">
              <a:buChar char="•"/>
            </a:pPr>
            <a:r>
              <a:rPr lang="en-US" sz="1800" dirty="0">
                <a:ea typeface="+mn-lt"/>
                <a:cs typeface="+mn-lt"/>
              </a:rPr>
              <a:t>Provide ongoing, boundary-spanning protection and services to data stakeholders.</a:t>
            </a:r>
            <a:endParaRPr lang="en-US" sz="1800" dirty="0">
              <a:cs typeface="Calibri"/>
            </a:endParaRPr>
          </a:p>
          <a:p>
            <a:pPr marL="1657350" lvl="3" indent="-285750" algn="l">
              <a:buChar char="•"/>
            </a:pPr>
            <a:r>
              <a:rPr lang="en-US" sz="1800" dirty="0">
                <a:ea typeface="+mn-lt"/>
                <a:cs typeface="+mn-lt"/>
              </a:rPr>
              <a:t>Identify and resolve data issues.</a:t>
            </a:r>
            <a:endParaRPr lang="en-US" sz="1800" dirty="0">
              <a:cs typeface="Calibri"/>
            </a:endParaRPr>
          </a:p>
          <a:p>
            <a:pPr marL="1143000" indent="-342900" algn="l">
              <a:buChar char="•"/>
            </a:pPr>
            <a:endParaRPr lang="en-US" sz="2000" dirty="0">
              <a:cs typeface="Calibri" panose="020F0502020204030204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F9F2D0E-9FFF-125E-D2F5-28F61ADAD31B}"/>
              </a:ext>
            </a:extLst>
          </p:cNvPr>
          <p:cNvSpPr/>
          <p:nvPr/>
        </p:nvSpPr>
        <p:spPr>
          <a:xfrm>
            <a:off x="6411686" y="5614851"/>
            <a:ext cx="2673531" cy="83602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49400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560300"/>
            <a:ext cx="7772400" cy="723215"/>
          </a:xfrm>
        </p:spPr>
        <p:txBody>
          <a:bodyPr>
            <a:normAutofit/>
          </a:bodyPr>
          <a:lstStyle/>
          <a:p>
            <a:pPr algn="l"/>
            <a:r>
              <a:rPr lang="en-US" sz="3600" b="1" dirty="0"/>
              <a:t>Data Governance: What it 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50721" y="1521567"/>
            <a:ext cx="6858000" cy="3771885"/>
          </a:xfrm>
        </p:spPr>
        <p:txBody>
          <a:bodyPr>
            <a:normAutofit/>
          </a:bodyPr>
          <a:lstStyle/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dirty="0"/>
              <a:t>An active initiative within the state.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dirty="0"/>
              <a:t>A cross-organizational framework for: </a:t>
            </a:r>
          </a:p>
          <a:p>
            <a:pPr marL="800100" lvl="1" indent="-342900" algn="l">
              <a:buFont typeface="Wingdings" panose="05000000000000000000" pitchFamily="2" charset="2"/>
              <a:buChar char="§"/>
            </a:pPr>
            <a:r>
              <a:rPr lang="en-US" dirty="0"/>
              <a:t>Securely sharing data.</a:t>
            </a:r>
          </a:p>
          <a:p>
            <a:pPr marL="800100" lvl="1" indent="-342900" algn="l">
              <a:buFont typeface="Wingdings" panose="05000000000000000000" pitchFamily="2" charset="2"/>
              <a:buChar char="§"/>
            </a:pPr>
            <a:r>
              <a:rPr lang="en-US" dirty="0"/>
              <a:t>Data analysis across divisions.</a:t>
            </a:r>
          </a:p>
          <a:p>
            <a:pPr marL="800100" lvl="1" indent="-342900" algn="l">
              <a:buFont typeface="Wingdings" panose="05000000000000000000" pitchFamily="2" charset="2"/>
              <a:buChar char="§"/>
            </a:pPr>
            <a:r>
              <a:rPr lang="en-US" dirty="0"/>
              <a:t>Stakeholder collaboration.</a:t>
            </a:r>
          </a:p>
          <a:p>
            <a:pPr marL="800100" lvl="1" indent="-342900" algn="l">
              <a:buFont typeface="Wingdings" panose="05000000000000000000" pitchFamily="2" charset="2"/>
              <a:buChar char="§"/>
            </a:pPr>
            <a:r>
              <a:rPr lang="en-US" dirty="0"/>
              <a:t>Improving data quality.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dirty="0"/>
              <a:t>An on-going process.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dirty="0"/>
              <a:t>The mechanism for controlling and trusting data.</a:t>
            </a:r>
          </a:p>
          <a:p>
            <a:pPr algn="l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E19BF12-5FAF-D66F-5627-4F0A1DC1B288}"/>
              </a:ext>
            </a:extLst>
          </p:cNvPr>
          <p:cNvSpPr/>
          <p:nvPr/>
        </p:nvSpPr>
        <p:spPr>
          <a:xfrm>
            <a:off x="6411686" y="5614851"/>
            <a:ext cx="2673531" cy="83602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56332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1359017"/>
            <a:ext cx="6858000" cy="3898783"/>
          </a:xfrm>
        </p:spPr>
        <p:txBody>
          <a:bodyPr/>
          <a:lstStyle/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dirty="0"/>
              <a:t>Technology</a:t>
            </a:r>
          </a:p>
          <a:p>
            <a:pPr marL="800100" lvl="1" indent="-342900" algn="l">
              <a:buFont typeface="Wingdings" panose="05000000000000000000" pitchFamily="2" charset="2"/>
              <a:buChar char="§"/>
            </a:pPr>
            <a:r>
              <a:rPr lang="en-US" dirty="0"/>
              <a:t>Data cleansing or ETL.</a:t>
            </a:r>
          </a:p>
          <a:p>
            <a:pPr marL="800100" lvl="1" indent="-342900" algn="l">
              <a:buFont typeface="Wingdings" panose="05000000000000000000" pitchFamily="2" charset="2"/>
              <a:buChar char="§"/>
            </a:pPr>
            <a:r>
              <a:rPr lang="en-US" dirty="0"/>
              <a:t>Data warehousing.</a:t>
            </a:r>
          </a:p>
          <a:p>
            <a:pPr marL="800100" lvl="1" indent="-342900" algn="l">
              <a:buFont typeface="Wingdings" panose="05000000000000000000" pitchFamily="2" charset="2"/>
              <a:buChar char="§"/>
            </a:pPr>
            <a:r>
              <a:rPr lang="en-US" dirty="0"/>
              <a:t>Database design.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dirty="0"/>
              <a:t>Technology or project oversight.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dirty="0"/>
              <a:t>A project or project management.</a:t>
            </a:r>
          </a:p>
          <a:p>
            <a:pPr algn="l"/>
            <a:endParaRPr lang="en-US" dirty="0"/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56DF6B4E-BB8D-42A0-9027-839FEBC266D5}"/>
              </a:ext>
            </a:extLst>
          </p:cNvPr>
          <p:cNvSpPr txBox="1">
            <a:spLocks/>
          </p:cNvSpPr>
          <p:nvPr/>
        </p:nvSpPr>
        <p:spPr>
          <a:xfrm>
            <a:off x="609600" y="152400"/>
            <a:ext cx="7696200" cy="100528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600" b="1" dirty="0"/>
              <a:t>Data Governance: What it isn’t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7C47D82-9FC9-615C-9693-22A037D5BDA6}"/>
              </a:ext>
            </a:extLst>
          </p:cNvPr>
          <p:cNvSpPr/>
          <p:nvPr/>
        </p:nvSpPr>
        <p:spPr>
          <a:xfrm>
            <a:off x="6411686" y="5614851"/>
            <a:ext cx="2673531" cy="83602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54429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49941" y="181022"/>
            <a:ext cx="7772400" cy="926353"/>
          </a:xfrm>
        </p:spPr>
        <p:txBody>
          <a:bodyPr/>
          <a:lstStyle/>
          <a:p>
            <a:pPr algn="l"/>
            <a:r>
              <a:rPr lang="en-US" sz="3600" b="1" dirty="0">
                <a:cs typeface="Calibri Light" panose="020F0302020204030204"/>
              </a:rPr>
              <a:t>Why Do We Need Data Governance</a:t>
            </a:r>
            <a:endParaRPr lang="en-US" b="1" dirty="0">
              <a:cs typeface="Calibri Light" panose="020F0302020204030204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9941" y="1746344"/>
            <a:ext cx="2362036" cy="346663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342900" indent="-342900" algn="l">
              <a:buFont typeface="Wingdings"/>
              <a:buChar char="Ø"/>
            </a:pPr>
            <a:r>
              <a:rPr lang="en-US" dirty="0"/>
              <a:t>Data is an asset that MUST be managed from an agency-wide perspective.</a:t>
            </a:r>
          </a:p>
          <a:p>
            <a:pPr marL="342900" indent="-342900" algn="l">
              <a:buFont typeface="Wingdings"/>
              <a:buChar char="Ø"/>
            </a:pPr>
            <a:endParaRPr lang="en-US" dirty="0">
              <a:cs typeface="Calibri" panose="020F0502020204030204"/>
            </a:endParaRPr>
          </a:p>
        </p:txBody>
      </p:sp>
      <p:graphicFrame>
        <p:nvGraphicFramePr>
          <p:cNvPr id="4" name="Content Placeholder 6">
            <a:extLst>
              <a:ext uri="{FF2B5EF4-FFF2-40B4-BE49-F238E27FC236}">
                <a16:creationId xmlns:a16="http://schemas.microsoft.com/office/drawing/2014/main" id="{D1C8C5AC-B0A3-4902-A6F3-A9A92E70501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3989126"/>
              </p:ext>
            </p:extLst>
          </p:nvPr>
        </p:nvGraphicFramePr>
        <p:xfrm>
          <a:off x="2704562" y="1394759"/>
          <a:ext cx="5717779" cy="41698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A0D7E2AA-3644-3329-755E-D60EDCEA35DF}"/>
              </a:ext>
            </a:extLst>
          </p:cNvPr>
          <p:cNvSpPr/>
          <p:nvPr/>
        </p:nvSpPr>
        <p:spPr>
          <a:xfrm>
            <a:off x="6411686" y="5614851"/>
            <a:ext cx="2673531" cy="83602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04824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07894" y="405187"/>
            <a:ext cx="7772400" cy="738095"/>
          </a:xfrm>
        </p:spPr>
        <p:txBody>
          <a:bodyPr>
            <a:normAutofit fontScale="90000"/>
          </a:bodyPr>
          <a:lstStyle/>
          <a:p>
            <a:pPr algn="l"/>
            <a:r>
              <a:rPr lang="en-US" sz="3600" b="1" dirty="0">
                <a:ea typeface="+mj-lt"/>
                <a:cs typeface="+mj-lt"/>
              </a:rPr>
              <a:t>Data Governance </a:t>
            </a:r>
            <a:r>
              <a:rPr lang="en-US" sz="3600" b="1" dirty="0"/>
              <a:t> Supports Strategic Business Goals</a:t>
            </a:r>
            <a:endParaRPr lang="en-US" sz="3600" b="1" dirty="0">
              <a:cs typeface="Calibri Ligh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EE0A30-205A-46F5-92F8-C55FD5EE178F}"/>
              </a:ext>
            </a:extLst>
          </p:cNvPr>
          <p:cNvSpPr txBox="1"/>
          <p:nvPr/>
        </p:nvSpPr>
        <p:spPr>
          <a:xfrm>
            <a:off x="536895" y="1434517"/>
            <a:ext cx="76433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Business needs drive information needs which drive technical needs (B.I.T.).</a:t>
            </a:r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DB2123B5-2881-4E8A-8413-02AEF0B7C6B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3075054"/>
              </p:ext>
            </p:extLst>
          </p:nvPr>
        </p:nvGraphicFramePr>
        <p:xfrm>
          <a:off x="1101965" y="1420120"/>
          <a:ext cx="6573715" cy="26748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DE1AFE66-D4F5-46BE-B961-255F5A59F93A}"/>
              </a:ext>
            </a:extLst>
          </p:cNvPr>
          <p:cNvSpPr txBox="1"/>
          <p:nvPr/>
        </p:nvSpPr>
        <p:spPr>
          <a:xfrm>
            <a:off x="1341001" y="3354982"/>
            <a:ext cx="182000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0070C0"/>
                </a:solidFill>
              </a:rPr>
              <a:t>Data Governance</a:t>
            </a:r>
          </a:p>
        </p:txBody>
      </p:sp>
      <p:pic>
        <p:nvPicPr>
          <p:cNvPr id="8" name="Picture 7" descr="File:Collaboration logo V2.svg - Wikimedia Commons">
            <a:extLst>
              <a:ext uri="{FF2B5EF4-FFF2-40B4-BE49-F238E27FC236}">
                <a16:creationId xmlns:a16="http://schemas.microsoft.com/office/drawing/2014/main" id="{F46536BE-E1C7-4988-8BEA-29D8D972E9F4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7498" y="3429362"/>
            <a:ext cx="524502" cy="30689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70CD257-1D3F-4C84-B19B-965901D7E5B5}"/>
              </a:ext>
            </a:extLst>
          </p:cNvPr>
          <p:cNvSpPr txBox="1"/>
          <p:nvPr/>
        </p:nvSpPr>
        <p:spPr>
          <a:xfrm>
            <a:off x="5515898" y="3354982"/>
            <a:ext cx="19929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002060"/>
                </a:solidFill>
              </a:rPr>
              <a:t>Project Governance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56D9802-1A02-4A67-BE40-D968506A00C7}"/>
              </a:ext>
            </a:extLst>
          </p:cNvPr>
          <p:cNvCxnSpPr/>
          <p:nvPr/>
        </p:nvCxnSpPr>
        <p:spPr>
          <a:xfrm flipV="1">
            <a:off x="1101965" y="3875688"/>
            <a:ext cx="3991704" cy="8792"/>
          </a:xfrm>
          <a:prstGeom prst="line">
            <a:avLst/>
          </a:prstGeom>
          <a:ln w="1905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7631DCB-D604-4DF4-98BA-AF9F74F9354A}"/>
              </a:ext>
            </a:extLst>
          </p:cNvPr>
          <p:cNvCxnSpPr/>
          <p:nvPr/>
        </p:nvCxnSpPr>
        <p:spPr>
          <a:xfrm flipV="1">
            <a:off x="3224379" y="3752237"/>
            <a:ext cx="3991704" cy="8792"/>
          </a:xfrm>
          <a:prstGeom prst="line">
            <a:avLst/>
          </a:prstGeom>
          <a:ln w="1905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2056E3CB-47E2-4862-9FEB-05F853F1F8AB}"/>
              </a:ext>
            </a:extLst>
          </p:cNvPr>
          <p:cNvSpPr txBox="1"/>
          <p:nvPr/>
        </p:nvSpPr>
        <p:spPr>
          <a:xfrm>
            <a:off x="536895" y="4428838"/>
            <a:ext cx="76433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Data Governance is primarily a business function and directly supports agency strategic goals.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EECC9C3-EC96-41B5-B68B-DEB6F7AE1CF0}"/>
              </a:ext>
            </a:extLst>
          </p:cNvPr>
          <p:cNvCxnSpPr/>
          <p:nvPr/>
        </p:nvCxnSpPr>
        <p:spPr>
          <a:xfrm flipH="1">
            <a:off x="1108237" y="3249611"/>
            <a:ext cx="2" cy="640080"/>
          </a:xfrm>
          <a:prstGeom prst="line">
            <a:avLst/>
          </a:prstGeom>
          <a:ln w="1905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BC9C64F-EFCD-46A1-9DF9-6EDC1E286C49}"/>
              </a:ext>
            </a:extLst>
          </p:cNvPr>
          <p:cNvCxnSpPr/>
          <p:nvPr/>
        </p:nvCxnSpPr>
        <p:spPr>
          <a:xfrm flipH="1">
            <a:off x="5089998" y="3232186"/>
            <a:ext cx="2" cy="640080"/>
          </a:xfrm>
          <a:prstGeom prst="line">
            <a:avLst/>
          </a:prstGeom>
          <a:ln w="1905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32F5E154-D9EE-4DE6-B4DE-9DB8929F795A}"/>
              </a:ext>
            </a:extLst>
          </p:cNvPr>
          <p:cNvCxnSpPr/>
          <p:nvPr/>
        </p:nvCxnSpPr>
        <p:spPr>
          <a:xfrm flipH="1">
            <a:off x="3224379" y="3230557"/>
            <a:ext cx="2" cy="539496"/>
          </a:xfrm>
          <a:prstGeom prst="line">
            <a:avLst/>
          </a:prstGeom>
          <a:ln w="1905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A51B6E6-9DAD-4052-B43D-1F26A2FF6919}"/>
              </a:ext>
            </a:extLst>
          </p:cNvPr>
          <p:cNvCxnSpPr>
            <a:cxnSpLocks/>
          </p:cNvCxnSpPr>
          <p:nvPr/>
        </p:nvCxnSpPr>
        <p:spPr>
          <a:xfrm>
            <a:off x="7216081" y="3214788"/>
            <a:ext cx="0" cy="548640"/>
          </a:xfrm>
          <a:prstGeom prst="line">
            <a:avLst/>
          </a:prstGeom>
          <a:ln w="1905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185691E9-6C83-374F-7B95-7DCF47460BD0}"/>
              </a:ext>
            </a:extLst>
          </p:cNvPr>
          <p:cNvSpPr/>
          <p:nvPr/>
        </p:nvSpPr>
        <p:spPr>
          <a:xfrm>
            <a:off x="6411686" y="5614851"/>
            <a:ext cx="2673531" cy="83602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87986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560300"/>
            <a:ext cx="7772400" cy="513491"/>
          </a:xfrm>
        </p:spPr>
        <p:txBody>
          <a:bodyPr>
            <a:normAutofit fontScale="90000"/>
          </a:bodyPr>
          <a:lstStyle/>
          <a:p>
            <a:pPr algn="l"/>
            <a:r>
              <a:rPr lang="en-US" sz="3600" b="1" dirty="0"/>
              <a:t>Why Data Governance?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65495" y="1521567"/>
            <a:ext cx="6858000" cy="3771885"/>
          </a:xfrm>
        </p:spPr>
        <p:txBody>
          <a:bodyPr>
            <a:normAutofit/>
          </a:bodyPr>
          <a:lstStyle/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dirty="0"/>
              <a:t>Data issues effect everyone.</a:t>
            </a:r>
          </a:p>
          <a:p>
            <a:pPr marL="800100" lvl="1" indent="-342900" algn="l">
              <a:buFont typeface="Wingdings" panose="05000000000000000000" pitchFamily="2" charset="2"/>
              <a:buChar char="§"/>
            </a:pPr>
            <a:r>
              <a:rPr lang="en-US" dirty="0"/>
              <a:t>They prevent effective use of data.</a:t>
            </a:r>
          </a:p>
          <a:p>
            <a:pPr marL="800100" lvl="1" indent="-342900" algn="l">
              <a:buFont typeface="Wingdings" panose="05000000000000000000" pitchFamily="2" charset="2"/>
              <a:buChar char="§"/>
            </a:pPr>
            <a:r>
              <a:rPr lang="en-US" dirty="0"/>
              <a:t>The issues come in many forms, such as:</a:t>
            </a:r>
          </a:p>
          <a:p>
            <a:pPr marL="1200150" lvl="2" indent="-285750" algn="l">
              <a:buFont typeface="Arial" panose="020B0604020202020204" pitchFamily="34" charset="0"/>
              <a:buChar char="•"/>
            </a:pPr>
            <a:r>
              <a:rPr lang="en-US" dirty="0"/>
              <a:t>Data quality issues: The data isn’t fit for use.</a:t>
            </a:r>
          </a:p>
          <a:p>
            <a:pPr marL="1200150" lvl="2" indent="-285750" algn="l">
              <a:buFont typeface="Arial" panose="020B0604020202020204" pitchFamily="34" charset="0"/>
              <a:buChar char="•"/>
            </a:pPr>
            <a:r>
              <a:rPr lang="en-US" dirty="0"/>
              <a:t>Privacy concerns: </a:t>
            </a:r>
          </a:p>
          <a:p>
            <a:pPr marL="1200150" lvl="2" indent="-285750" algn="l">
              <a:buFont typeface="Arial" panose="020B0604020202020204" pitchFamily="34" charset="0"/>
              <a:buChar char="•"/>
            </a:pPr>
            <a:r>
              <a:rPr lang="en-US" dirty="0"/>
              <a:t>Security gaps: Unauthorized access or dissemination.</a:t>
            </a:r>
          </a:p>
          <a:p>
            <a:pPr marL="1200150" lvl="2" indent="-285750" algn="l">
              <a:buFont typeface="Arial" panose="020B0604020202020204" pitchFamily="34" charset="0"/>
              <a:buChar char="•"/>
            </a:pPr>
            <a:r>
              <a:rPr lang="en-US" dirty="0"/>
              <a:t>Interoperability: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dirty="0"/>
              <a:t>Data issues can be fixed.</a:t>
            </a:r>
          </a:p>
          <a:p>
            <a:pPr marL="800100" lvl="1" indent="-342900" algn="l">
              <a:buFont typeface="Wingdings" panose="05000000000000000000" pitchFamily="2" charset="2"/>
              <a:buChar char="§"/>
            </a:pPr>
            <a:r>
              <a:rPr lang="en-US" dirty="0"/>
              <a:t>Through the Data Governance process.</a:t>
            </a:r>
          </a:p>
          <a:p>
            <a:pPr algn="l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696ED96-7D16-3C97-C759-442E73138BA2}"/>
              </a:ext>
            </a:extLst>
          </p:cNvPr>
          <p:cNvSpPr/>
          <p:nvPr/>
        </p:nvSpPr>
        <p:spPr>
          <a:xfrm>
            <a:off x="6411686" y="5614851"/>
            <a:ext cx="2673531" cy="83602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21038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560300"/>
            <a:ext cx="7772400" cy="513491"/>
          </a:xfrm>
        </p:spPr>
        <p:txBody>
          <a:bodyPr>
            <a:normAutofit fontScale="90000"/>
          </a:bodyPr>
          <a:lstStyle/>
          <a:p>
            <a:pPr algn="l"/>
            <a:r>
              <a:rPr lang="en-US" sz="3600" b="1" dirty="0"/>
              <a:t>Why Data Governance?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65495" y="1521567"/>
            <a:ext cx="6858000" cy="3771885"/>
          </a:xfrm>
        </p:spPr>
        <p:txBody>
          <a:bodyPr>
            <a:normAutofit/>
          </a:bodyPr>
          <a:lstStyle/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dirty="0"/>
              <a:t>Data for large organization helps in decision making</a:t>
            </a:r>
          </a:p>
          <a:p>
            <a:pPr marL="800100" lvl="1" indent="-342900" algn="l">
              <a:buFont typeface="Wingdings" panose="05000000000000000000" pitchFamily="2" charset="2"/>
              <a:buChar char="§"/>
            </a:pPr>
            <a:r>
              <a:rPr lang="en-US" dirty="0"/>
              <a:t>How to make decisions based on data?</a:t>
            </a:r>
          </a:p>
          <a:p>
            <a:pPr marL="800100" lvl="1" indent="-342900" algn="l">
              <a:buFont typeface="Wingdings" panose="05000000000000000000" pitchFamily="2" charset="2"/>
              <a:buChar char="§"/>
            </a:pPr>
            <a:endParaRPr lang="en-US" dirty="0"/>
          </a:p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en-US" dirty="0"/>
              <a:t>Data for large organization helps in decision making</a:t>
            </a:r>
          </a:p>
          <a:p>
            <a:pPr marL="800100" lvl="1" indent="-342900" algn="l">
              <a:buFont typeface="Wingdings" panose="05000000000000000000" pitchFamily="2" charset="2"/>
              <a:buChar char="§"/>
            </a:pPr>
            <a:endParaRPr lang="en-US" dirty="0"/>
          </a:p>
          <a:p>
            <a:pPr marL="800100" lvl="1" indent="-342900" algn="l">
              <a:buFont typeface="Wingdings" panose="05000000000000000000" pitchFamily="2" charset="2"/>
              <a:buChar char="§"/>
            </a:pPr>
            <a:r>
              <a:rPr lang="en-US" dirty="0"/>
              <a:t>Data mining/ Data science/ Machine learning </a:t>
            </a:r>
          </a:p>
          <a:p>
            <a:pPr algn="l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696ED96-7D16-3C97-C759-442E73138BA2}"/>
              </a:ext>
            </a:extLst>
          </p:cNvPr>
          <p:cNvSpPr/>
          <p:nvPr/>
        </p:nvSpPr>
        <p:spPr>
          <a:xfrm>
            <a:off x="6411686" y="5614851"/>
            <a:ext cx="2673531" cy="83602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71652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CBB5D3-BACC-758C-7C3E-28FA4EA389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00DAC3-2751-F61A-CBA0-681DFD0DC2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3611" y="1113882"/>
            <a:ext cx="8757904" cy="1280803"/>
          </a:xfrm>
        </p:spPr>
        <p:txBody>
          <a:bodyPr>
            <a:normAutofit fontScale="90000"/>
          </a:bodyPr>
          <a:lstStyle/>
          <a:p>
            <a:r>
              <a:rPr lang="en-US" dirty="0"/>
              <a:t>Exploration Task (10 minutes):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How to make decisions based on data?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62901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144</TotalTime>
  <Words>360</Words>
  <Application>Microsoft Office PowerPoint</Application>
  <PresentationFormat>On-screen Show (4:3)</PresentationFormat>
  <Paragraphs>63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Wingdings</vt:lpstr>
      <vt:lpstr>Office Theme</vt:lpstr>
      <vt:lpstr>Data Governance Introduction</vt:lpstr>
      <vt:lpstr>Data Governance </vt:lpstr>
      <vt:lpstr>Data Governance: What it is</vt:lpstr>
      <vt:lpstr>PowerPoint Presentation</vt:lpstr>
      <vt:lpstr>Why Do We Need Data Governance</vt:lpstr>
      <vt:lpstr>Data Governance  Supports Strategic Business Goals</vt:lpstr>
      <vt:lpstr>Why Data Governance?</vt:lpstr>
      <vt:lpstr>Why Data Governance? </vt:lpstr>
      <vt:lpstr>Exploration Task (10 minutes):   How to make decisions based on data?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rehan Asmatullah a khan</cp:lastModifiedBy>
  <cp:revision>108</cp:revision>
  <dcterms:created xsi:type="dcterms:W3CDTF">2020-03-04T20:48:14Z</dcterms:created>
  <dcterms:modified xsi:type="dcterms:W3CDTF">2026-09-06T08:44:15Z</dcterms:modified>
</cp:coreProperties>
</file>