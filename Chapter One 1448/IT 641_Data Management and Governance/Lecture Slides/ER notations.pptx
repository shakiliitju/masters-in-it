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18600" cy="6832600"/>
  <p:notesSz cx="9118600" cy="683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4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3895" y="2118106"/>
            <a:ext cx="7750810" cy="14348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67790" y="3826256"/>
            <a:ext cx="6383020" cy="170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" dirty="0"/>
              <a:t>Database System Concepts </a:t>
            </a:r>
            <a:r>
              <a:rPr dirty="0"/>
              <a:t>- </a:t>
            </a:r>
            <a:r>
              <a:rPr spc="-5" dirty="0"/>
              <a:t>6</a:t>
            </a:r>
            <a:r>
              <a:rPr sz="1050" spc="-7" baseline="23809" dirty="0"/>
              <a:t>th</a:t>
            </a:r>
            <a:r>
              <a:rPr sz="1050" spc="22" baseline="23809" dirty="0"/>
              <a:t> </a:t>
            </a:r>
            <a:r>
              <a:rPr sz="1000" spc="-5" dirty="0"/>
              <a:t>Edition</a:t>
            </a:r>
            <a:endParaRPr sz="10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©Silberschatz, </a:t>
            </a:r>
            <a:r>
              <a:rPr dirty="0"/>
              <a:t>Korth </a:t>
            </a:r>
            <a:r>
              <a:rPr spc="-5" dirty="0"/>
              <a:t>and</a:t>
            </a:r>
            <a:r>
              <a:rPr spc="-45" dirty="0"/>
              <a:t> </a:t>
            </a:r>
            <a:r>
              <a:rPr spc="-5" dirty="0"/>
              <a:t>Sudarshan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7.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C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" dirty="0"/>
              <a:t>Database System Concepts </a:t>
            </a:r>
            <a:r>
              <a:rPr dirty="0"/>
              <a:t>- </a:t>
            </a:r>
            <a:r>
              <a:rPr spc="-5" dirty="0"/>
              <a:t>6</a:t>
            </a:r>
            <a:r>
              <a:rPr sz="1050" spc="-7" baseline="23809" dirty="0"/>
              <a:t>th</a:t>
            </a:r>
            <a:r>
              <a:rPr sz="1050" spc="22" baseline="23809" dirty="0"/>
              <a:t> </a:t>
            </a:r>
            <a:r>
              <a:rPr sz="1000" spc="-5" dirty="0"/>
              <a:t>Edition</a:t>
            </a:r>
            <a:endParaRPr sz="10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©Silberschatz, </a:t>
            </a:r>
            <a:r>
              <a:rPr dirty="0"/>
              <a:t>Korth </a:t>
            </a:r>
            <a:r>
              <a:rPr spc="-5" dirty="0"/>
              <a:t>and</a:t>
            </a:r>
            <a:r>
              <a:rPr spc="-45" dirty="0"/>
              <a:t> </a:t>
            </a:r>
            <a:r>
              <a:rPr spc="-5" dirty="0"/>
              <a:t>Sudarshan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7.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C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5930" y="1571498"/>
            <a:ext cx="3966591" cy="4509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96079" y="1571498"/>
            <a:ext cx="3966591" cy="4509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" dirty="0"/>
              <a:t>Database System Concepts </a:t>
            </a:r>
            <a:r>
              <a:rPr dirty="0"/>
              <a:t>- </a:t>
            </a:r>
            <a:r>
              <a:rPr spc="-5" dirty="0"/>
              <a:t>6</a:t>
            </a:r>
            <a:r>
              <a:rPr sz="1050" spc="-7" baseline="23809" dirty="0"/>
              <a:t>th</a:t>
            </a:r>
            <a:r>
              <a:rPr sz="1050" spc="22" baseline="23809" dirty="0"/>
              <a:t> </a:t>
            </a:r>
            <a:r>
              <a:rPr sz="1000" spc="-5" dirty="0"/>
              <a:t>Edition</a:t>
            </a:r>
            <a:endParaRPr sz="10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©Silberschatz, </a:t>
            </a:r>
            <a:r>
              <a:rPr dirty="0"/>
              <a:t>Korth </a:t>
            </a:r>
            <a:r>
              <a:rPr spc="-5" dirty="0"/>
              <a:t>and</a:t>
            </a:r>
            <a:r>
              <a:rPr spc="-45" dirty="0"/>
              <a:t> </a:t>
            </a:r>
            <a:r>
              <a:rPr spc="-5" dirty="0"/>
              <a:t>Sudarshan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7.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C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" dirty="0"/>
              <a:t>Database System Concepts </a:t>
            </a:r>
            <a:r>
              <a:rPr dirty="0"/>
              <a:t>- </a:t>
            </a:r>
            <a:r>
              <a:rPr spc="-5" dirty="0"/>
              <a:t>6</a:t>
            </a:r>
            <a:r>
              <a:rPr sz="1050" spc="-7" baseline="23809" dirty="0"/>
              <a:t>th</a:t>
            </a:r>
            <a:r>
              <a:rPr sz="1050" spc="22" baseline="23809" dirty="0"/>
              <a:t> </a:t>
            </a:r>
            <a:r>
              <a:rPr sz="1000" spc="-5" dirty="0"/>
              <a:t>Edition</a:t>
            </a:r>
            <a:endParaRPr sz="10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©Silberschatz, </a:t>
            </a:r>
            <a:r>
              <a:rPr dirty="0"/>
              <a:t>Korth </a:t>
            </a:r>
            <a:r>
              <a:rPr spc="-5" dirty="0"/>
              <a:t>and</a:t>
            </a:r>
            <a:r>
              <a:rPr spc="-45" dirty="0"/>
              <a:t> </a:t>
            </a:r>
            <a:r>
              <a:rPr spc="-5" dirty="0"/>
              <a:t>Sudarshan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7.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" dirty="0"/>
              <a:t>Database System Concepts </a:t>
            </a:r>
            <a:r>
              <a:rPr dirty="0"/>
              <a:t>- </a:t>
            </a:r>
            <a:r>
              <a:rPr spc="-5" dirty="0"/>
              <a:t>6</a:t>
            </a:r>
            <a:r>
              <a:rPr sz="1050" spc="-7" baseline="23809" dirty="0"/>
              <a:t>th</a:t>
            </a:r>
            <a:r>
              <a:rPr sz="1050" spc="22" baseline="23809" dirty="0"/>
              <a:t> </a:t>
            </a:r>
            <a:r>
              <a:rPr sz="1000" spc="-5" dirty="0"/>
              <a:t>Edition</a:t>
            </a:r>
            <a:endParaRPr sz="10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©Silberschatz, </a:t>
            </a:r>
            <a:r>
              <a:rPr dirty="0"/>
              <a:t>Korth </a:t>
            </a:r>
            <a:r>
              <a:rPr spc="-5" dirty="0"/>
              <a:t>and</a:t>
            </a:r>
            <a:r>
              <a:rPr spc="-45" dirty="0"/>
              <a:t> </a:t>
            </a:r>
            <a:r>
              <a:rPr spc="-5" dirty="0"/>
              <a:t>Sudarshan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7.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653612" cy="8034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31045" y="157469"/>
            <a:ext cx="525650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C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5930" y="1571498"/>
            <a:ext cx="8206740" cy="4509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6765" y="6639114"/>
            <a:ext cx="2416175" cy="17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" dirty="0"/>
              <a:t>Database System Concepts </a:t>
            </a:r>
            <a:r>
              <a:rPr dirty="0"/>
              <a:t>- </a:t>
            </a:r>
            <a:r>
              <a:rPr spc="-5" dirty="0"/>
              <a:t>6</a:t>
            </a:r>
            <a:r>
              <a:rPr sz="1050" spc="-7" baseline="23809" dirty="0"/>
              <a:t>th</a:t>
            </a:r>
            <a:r>
              <a:rPr sz="1050" spc="22" baseline="23809" dirty="0"/>
              <a:t> </a:t>
            </a:r>
            <a:r>
              <a:rPr sz="1000" spc="-5" dirty="0"/>
              <a:t>Edition</a:t>
            </a:r>
            <a:endParaRPr sz="10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829552" y="6642723"/>
            <a:ext cx="222250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©Silberschatz, </a:t>
            </a:r>
            <a:r>
              <a:rPr dirty="0"/>
              <a:t>Korth </a:t>
            </a:r>
            <a:r>
              <a:rPr spc="-5" dirty="0"/>
              <a:t>and</a:t>
            </a:r>
            <a:r>
              <a:rPr spc="-45" dirty="0"/>
              <a:t> </a:t>
            </a:r>
            <a:r>
              <a:rPr spc="-5" dirty="0"/>
              <a:t>Sudarshan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590772" y="6642723"/>
            <a:ext cx="214629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0000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7.</a:t>
            </a: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445" y="63743"/>
            <a:ext cx="83280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 </a:t>
            </a:r>
            <a:r>
              <a:rPr spc="-5" dirty="0"/>
              <a:t>of </a:t>
            </a:r>
            <a:r>
              <a:rPr spc="-10" dirty="0"/>
              <a:t>Symbols Used </a:t>
            </a:r>
            <a:r>
              <a:rPr spc="-5" dirty="0"/>
              <a:t>in </a:t>
            </a:r>
            <a:r>
              <a:rPr dirty="0"/>
              <a:t>E-R</a:t>
            </a:r>
            <a:r>
              <a:rPr spc="30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500126" y="1228597"/>
            <a:ext cx="8012428" cy="45956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" dirty="0"/>
              <a:t>Database System Concepts </a:t>
            </a:r>
            <a:r>
              <a:rPr dirty="0"/>
              <a:t>- </a:t>
            </a:r>
            <a:r>
              <a:rPr spc="-5" dirty="0"/>
              <a:t>6</a:t>
            </a:r>
            <a:r>
              <a:rPr sz="1050" spc="-7" baseline="23809" dirty="0"/>
              <a:t>th</a:t>
            </a:r>
            <a:r>
              <a:rPr sz="1050" spc="22" baseline="23809" dirty="0"/>
              <a:t> </a:t>
            </a:r>
            <a:r>
              <a:rPr sz="1000" spc="-5" dirty="0"/>
              <a:t>Edition</a:t>
            </a:r>
            <a:endParaRPr sz="1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7.</a:t>
            </a:r>
            <a:fld id="{81D60167-4931-47E6-BA6A-407CBD079E47}" type="slidenum">
              <a:rPr spc="-5" dirty="0"/>
              <a:t>1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©Silberschatz, </a:t>
            </a:r>
            <a:r>
              <a:rPr dirty="0"/>
              <a:t>Korth </a:t>
            </a:r>
            <a:r>
              <a:rPr spc="-5" dirty="0"/>
              <a:t>and</a:t>
            </a:r>
            <a:r>
              <a:rPr spc="-45" dirty="0"/>
              <a:t> </a:t>
            </a:r>
            <a:r>
              <a:rPr spc="-5" dirty="0"/>
              <a:t>Sudarshan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0355" y="109464"/>
            <a:ext cx="728725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Symbols Used </a:t>
            </a:r>
            <a:r>
              <a:rPr spc="-5" dirty="0"/>
              <a:t>in E-R </a:t>
            </a:r>
            <a:r>
              <a:rPr spc="-10" dirty="0"/>
              <a:t>Notation</a:t>
            </a:r>
            <a:r>
              <a:rPr spc="3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1184402" y="966469"/>
            <a:ext cx="7435595" cy="5048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" dirty="0"/>
              <a:t>Database System Concepts </a:t>
            </a:r>
            <a:r>
              <a:rPr dirty="0"/>
              <a:t>- </a:t>
            </a:r>
            <a:r>
              <a:rPr spc="-5" dirty="0"/>
              <a:t>6</a:t>
            </a:r>
            <a:r>
              <a:rPr sz="1050" spc="-7" baseline="23809" dirty="0"/>
              <a:t>th</a:t>
            </a:r>
            <a:r>
              <a:rPr sz="1050" spc="22" baseline="23809" dirty="0"/>
              <a:t> </a:t>
            </a:r>
            <a:r>
              <a:rPr sz="1000" spc="-5" dirty="0"/>
              <a:t>Edition</a:t>
            </a:r>
            <a:endParaRPr sz="10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7.</a:t>
            </a: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©Silberschatz, </a:t>
            </a:r>
            <a:r>
              <a:rPr dirty="0"/>
              <a:t>Korth </a:t>
            </a:r>
            <a:r>
              <a:rPr spc="-5" dirty="0"/>
              <a:t>and</a:t>
            </a:r>
            <a:r>
              <a:rPr spc="-45" dirty="0"/>
              <a:t> </a:t>
            </a:r>
            <a:r>
              <a:rPr spc="-5" dirty="0"/>
              <a:t>Sudarshan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Alternative </a:t>
            </a:r>
            <a:r>
              <a:rPr spc="-5" dirty="0"/>
              <a:t>ER </a:t>
            </a:r>
            <a:r>
              <a:rPr spc="-10" dirty="0"/>
              <a:t>Notations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1380" y="1133602"/>
            <a:ext cx="2266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0" indent="-413384">
              <a:lnSpc>
                <a:spcPct val="100000"/>
              </a:lnSpc>
              <a:spcBef>
                <a:spcPts val="100"/>
              </a:spcBef>
              <a:buClr>
                <a:srgbClr val="CC3300"/>
              </a:buClr>
              <a:buFont typeface="Wingdings"/>
              <a:buChar char=""/>
              <a:tabLst>
                <a:tab pos="425450" algn="l"/>
                <a:tab pos="426084" algn="l"/>
              </a:tabLst>
            </a:pPr>
            <a:r>
              <a:rPr sz="1800" spc="-5" dirty="0">
                <a:latin typeface="Arial"/>
                <a:cs typeface="Arial"/>
              </a:rPr>
              <a:t>Chen, IDE1FX,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</a:t>
            </a:r>
          </a:p>
        </p:txBody>
      </p:sp>
      <p:sp>
        <p:nvSpPr>
          <p:cNvPr id="4" name="object 4"/>
          <p:cNvSpPr/>
          <p:nvPr/>
        </p:nvSpPr>
        <p:spPr>
          <a:xfrm>
            <a:off x="1052576" y="1747519"/>
            <a:ext cx="6831329" cy="17731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1650" y="4027423"/>
            <a:ext cx="8478773" cy="987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" dirty="0"/>
              <a:t>Database System Concepts </a:t>
            </a:r>
            <a:r>
              <a:rPr dirty="0"/>
              <a:t>- </a:t>
            </a:r>
            <a:r>
              <a:rPr spc="-5" dirty="0"/>
              <a:t>6</a:t>
            </a:r>
            <a:r>
              <a:rPr sz="1050" spc="-7" baseline="23809" dirty="0"/>
              <a:t>th</a:t>
            </a:r>
            <a:r>
              <a:rPr sz="1050" spc="22" baseline="23809" dirty="0"/>
              <a:t> </a:t>
            </a:r>
            <a:r>
              <a:rPr sz="1000" spc="-5" dirty="0"/>
              <a:t>Edition</a:t>
            </a:r>
            <a:endParaRPr sz="1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7.</a:t>
            </a: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©Silberschatz, </a:t>
            </a:r>
            <a:r>
              <a:rPr dirty="0"/>
              <a:t>Korth </a:t>
            </a:r>
            <a:r>
              <a:rPr spc="-5" dirty="0"/>
              <a:t>and</a:t>
            </a:r>
            <a:r>
              <a:rPr spc="-45" dirty="0"/>
              <a:t> </a:t>
            </a:r>
            <a:r>
              <a:rPr spc="-5" dirty="0"/>
              <a:t>Sudarshan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Alternative </a:t>
            </a:r>
            <a:r>
              <a:rPr spc="-5" dirty="0"/>
              <a:t>ER </a:t>
            </a:r>
            <a:r>
              <a:rPr spc="-10" dirty="0"/>
              <a:t>Notations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2858" y="1280667"/>
            <a:ext cx="598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C</a:t>
            </a:r>
            <a:r>
              <a:rPr sz="1800" b="1" spc="-5" dirty="0">
                <a:latin typeface="Arial"/>
                <a:cs typeface="Arial"/>
              </a:rPr>
              <a:t>hen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31927" y="1280667"/>
            <a:ext cx="3175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IDE1FX (Crows feet</a:t>
            </a:r>
            <a:r>
              <a:rPr sz="1800" b="1" spc="-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notation)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11072" y="1771903"/>
            <a:ext cx="7555229" cy="46192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pc="-5" dirty="0"/>
              <a:t>Database System Concepts </a:t>
            </a:r>
            <a:r>
              <a:rPr dirty="0"/>
              <a:t>- </a:t>
            </a:r>
            <a:r>
              <a:rPr spc="-5" dirty="0"/>
              <a:t>6</a:t>
            </a:r>
            <a:r>
              <a:rPr sz="1050" spc="-7" baseline="23809" dirty="0"/>
              <a:t>th</a:t>
            </a:r>
            <a:r>
              <a:rPr sz="1050" spc="22" baseline="23809" dirty="0"/>
              <a:t> </a:t>
            </a:r>
            <a:r>
              <a:rPr sz="1000" spc="-5" dirty="0"/>
              <a:t>Edition</a:t>
            </a:r>
            <a:endParaRPr sz="10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7.</a:t>
            </a: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©Silberschatz, </a:t>
            </a:r>
            <a:r>
              <a:rPr dirty="0"/>
              <a:t>Korth </a:t>
            </a:r>
            <a:r>
              <a:rPr spc="-5" dirty="0"/>
              <a:t>and</a:t>
            </a:r>
            <a:r>
              <a:rPr spc="-45" dirty="0"/>
              <a:t> </a:t>
            </a:r>
            <a:r>
              <a:rPr spc="-5" dirty="0"/>
              <a:t>Sudarshan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85</Words>
  <Application>Microsoft Office PowerPoint</Application>
  <PresentationFormat>Custom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Theme</vt:lpstr>
      <vt:lpstr>Summary of Symbols Used in E-R Notation</vt:lpstr>
      <vt:lpstr>Symbols Used in E-R Notation (Cont.)</vt:lpstr>
      <vt:lpstr>Alternative ER Notations</vt:lpstr>
      <vt:lpstr>Alternative ER Notations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rehan Asmatullah a khan</cp:lastModifiedBy>
  <cp:revision>1</cp:revision>
  <dcterms:created xsi:type="dcterms:W3CDTF">2020-08-23T21:52:38Z</dcterms:created>
  <dcterms:modified xsi:type="dcterms:W3CDTF">2026-09-13T08:46:54Z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2011-01-18T00:00:00Z</vt:filetime>
  </property>
  <property fmtid="{D5CDD505-2E9C-101B-9397-08002B2CF9AE}" pid="3" name="Creator">
    <vt:lpwstr>Acrobat PDFMaker 7.0.5 for PowerPoint</vt:lpwstr>
  </property>
  <property fmtid="{D5CDD505-2E9C-101B-9397-08002B2CF9AE}" pid="4" name="LastSaved">
    <vt:filetime>2020-08-23T00:00:00Z</vt:filetime>
  </property>
</Properties>
</file>