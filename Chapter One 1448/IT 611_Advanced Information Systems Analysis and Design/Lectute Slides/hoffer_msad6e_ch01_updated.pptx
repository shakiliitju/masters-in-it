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03" r:id="rId29"/>
    <p:sldId id="283" r:id="rId30"/>
    <p:sldId id="304" r:id="rId31"/>
    <p:sldId id="284" r:id="rId32"/>
    <p:sldId id="285" r:id="rId33"/>
    <p:sldId id="286" r:id="rId34"/>
    <p:sldId id="287" r:id="rId35"/>
    <p:sldId id="288" r:id="rId36"/>
    <p:sldId id="305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306" r:id="rId48"/>
    <p:sldId id="300" r:id="rId49"/>
    <p:sldId id="301" r:id="rId5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1"/>
    <a:srgbClr val="00B3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BCB33-2550-418E-B235-27F183954CF7}" v="62" dt="2026-09-09T08:51:41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8" Type="http://schemas.openxmlformats.org/officeDocument/2006/relationships/customXml" Target="../customXml/item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60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aziz saleh M algablan" userId="e8d9e4d9-6f25-472c-9315-01d09980dd71" providerId="ADAL" clId="{9AAC7DDA-9862-4F25-B568-460DED6EBA8A}"/>
    <pc:docChg chg="undo custSel addSld delSld modSld modMainMaster">
      <pc:chgData name="abdulaziz saleh M algablan" userId="e8d9e4d9-6f25-472c-9315-01d09980dd71" providerId="ADAL" clId="{9AAC7DDA-9862-4F25-B568-460DED6EBA8A}" dt="2026-09-09T08:52:35.738" v="1593" actId="5793"/>
      <pc:docMkLst>
        <pc:docMk/>
      </pc:docMkLst>
      <pc:sldChg chg="delSp mod setBg">
        <pc:chgData name="abdulaziz saleh M algablan" userId="e8d9e4d9-6f25-472c-9315-01d09980dd71" providerId="ADAL" clId="{9AAC7DDA-9862-4F25-B568-460DED6EBA8A}" dt="2026-09-09T08:12:05.931" v="1358"/>
        <pc:sldMkLst>
          <pc:docMk/>
          <pc:sldMk cId="0" sldId="256"/>
        </pc:sldMkLst>
        <pc:spChg chg="del">
          <ac:chgData name="abdulaziz saleh M algablan" userId="e8d9e4d9-6f25-472c-9315-01d09980dd71" providerId="ADAL" clId="{9AAC7DDA-9862-4F25-B568-460DED6EBA8A}" dt="2026-09-09T06:43:36.701" v="0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abdulaziz saleh M algablan" userId="e8d9e4d9-6f25-472c-9315-01d09980dd71" providerId="ADAL" clId="{9AAC7DDA-9862-4F25-B568-460DED6EBA8A}" dt="2026-09-09T06:43:37.292" v="1" actId="478"/>
          <ac:spMkLst>
            <pc:docMk/>
            <pc:sldMk cId="0" sldId="256"/>
            <ac:spMk id="19" creationId="{00000000-0000-0000-0000-000000000000}"/>
          </ac:spMkLst>
        </pc:spChg>
        <pc:spChg chg="del">
          <ac:chgData name="abdulaziz saleh M algablan" userId="e8d9e4d9-6f25-472c-9315-01d09980dd71" providerId="ADAL" clId="{9AAC7DDA-9862-4F25-B568-460DED6EBA8A}" dt="2026-09-09T06:43:38.358" v="2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abdulaziz saleh M algablan" userId="e8d9e4d9-6f25-472c-9315-01d09980dd71" providerId="ADAL" clId="{9AAC7DDA-9862-4F25-B568-460DED6EBA8A}" dt="2026-09-09T06:44:19.290" v="7" actId="478"/>
          <ac:spMkLst>
            <pc:docMk/>
            <pc:sldMk cId="0" sldId="256"/>
            <ac:spMk id="21" creationId="{00000000-0000-0000-0000-000000000000}"/>
          </ac:spMkLst>
        </pc:spChg>
      </pc:sldChg>
      <pc:sldChg chg="delSp modSp add del mod setBg">
        <pc:chgData name="abdulaziz saleh M algablan" userId="e8d9e4d9-6f25-472c-9315-01d09980dd71" providerId="ADAL" clId="{9AAC7DDA-9862-4F25-B568-460DED6EBA8A}" dt="2026-09-09T08:35:34.504" v="1480" actId="207"/>
        <pc:sldMkLst>
          <pc:docMk/>
          <pc:sldMk cId="0" sldId="257"/>
        </pc:sldMkLst>
        <pc:spChg chg="del">
          <ac:chgData name="abdulaziz saleh M algablan" userId="e8d9e4d9-6f25-472c-9315-01d09980dd71" providerId="ADAL" clId="{9AAC7DDA-9862-4F25-B568-460DED6EBA8A}" dt="2026-09-09T06:43:45.122" v="3" actId="478"/>
          <ac:spMkLst>
            <pc:docMk/>
            <pc:sldMk cId="0" sldId="257"/>
            <ac:spMk id="31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35:34.504" v="1480" actId="207"/>
          <ac:spMkLst>
            <pc:docMk/>
            <pc:sldMk cId="0" sldId="257"/>
            <ac:spMk id="35" creationId="{00000000-0000-0000-0000-000000000000}"/>
          </ac:spMkLst>
        </pc:spChg>
      </pc:sldChg>
      <pc:sldChg chg="delSp mod">
        <pc:chgData name="abdulaziz saleh M algablan" userId="e8d9e4d9-6f25-472c-9315-01d09980dd71" providerId="ADAL" clId="{9AAC7DDA-9862-4F25-B568-460DED6EBA8A}" dt="2026-09-09T06:44:03.317" v="6" actId="478"/>
        <pc:sldMkLst>
          <pc:docMk/>
          <pc:sldMk cId="0" sldId="258"/>
        </pc:sldMkLst>
        <pc:spChg chg="del">
          <ac:chgData name="abdulaziz saleh M algablan" userId="e8d9e4d9-6f25-472c-9315-01d09980dd71" providerId="ADAL" clId="{9AAC7DDA-9862-4F25-B568-460DED6EBA8A}" dt="2026-09-09T06:44:03.317" v="6" actId="478"/>
          <ac:spMkLst>
            <pc:docMk/>
            <pc:sldMk cId="0" sldId="258"/>
            <ac:spMk id="41" creationId="{00000000-0000-0000-0000-000000000000}"/>
          </ac:spMkLst>
        </pc:spChg>
      </pc:sldChg>
      <pc:sldChg chg="modSp mod">
        <pc:chgData name="abdulaziz saleh M algablan" userId="e8d9e4d9-6f25-472c-9315-01d09980dd71" providerId="ADAL" clId="{9AAC7DDA-9862-4F25-B568-460DED6EBA8A}" dt="2026-09-09T06:47:12.532" v="276" actId="1038"/>
        <pc:sldMkLst>
          <pc:docMk/>
          <pc:sldMk cId="0" sldId="262"/>
        </pc:sldMkLst>
        <pc:spChg chg="mod">
          <ac:chgData name="abdulaziz saleh M algablan" userId="e8d9e4d9-6f25-472c-9315-01d09980dd71" providerId="ADAL" clId="{9AAC7DDA-9862-4F25-B568-460DED6EBA8A}" dt="2026-09-09T06:46:51.042" v="265" actId="1037"/>
          <ac:spMkLst>
            <pc:docMk/>
            <pc:sldMk cId="0" sldId="262"/>
            <ac:spMk id="132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6:51.042" v="265" actId="1037"/>
          <ac:spMkLst>
            <pc:docMk/>
            <pc:sldMk cId="0" sldId="262"/>
            <ac:spMk id="133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6:51.042" v="265" actId="1037"/>
          <ac:spMkLst>
            <pc:docMk/>
            <pc:sldMk cId="0" sldId="262"/>
            <ac:spMk id="134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6:51.042" v="265" actId="1037"/>
          <ac:spMkLst>
            <pc:docMk/>
            <pc:sldMk cId="0" sldId="262"/>
            <ac:spMk id="135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6:51.042" v="265" actId="1037"/>
          <ac:spMkLst>
            <pc:docMk/>
            <pc:sldMk cId="0" sldId="262"/>
            <ac:spMk id="136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12.532" v="276" actId="1038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12.532" v="276" actId="1038"/>
          <ac:spMkLst>
            <pc:docMk/>
            <pc:sldMk cId="0" sldId="262"/>
            <ac:spMk id="143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12.532" v="276" actId="1038"/>
          <ac:spMkLst>
            <pc:docMk/>
            <pc:sldMk cId="0" sldId="262"/>
            <ac:spMk id="144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12.532" v="276" actId="1038"/>
          <ac:spMkLst>
            <pc:docMk/>
            <pc:sldMk cId="0" sldId="262"/>
            <ac:spMk id="145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12.532" v="276" actId="1038"/>
          <ac:spMkLst>
            <pc:docMk/>
            <pc:sldMk cId="0" sldId="262"/>
            <ac:spMk id="146" creationId="{00000000-0000-0000-0000-000000000000}"/>
          </ac:spMkLst>
        </pc:spChg>
      </pc:sldChg>
      <pc:sldChg chg="addSp delSp modSp mod">
        <pc:chgData name="abdulaziz saleh M algablan" userId="e8d9e4d9-6f25-472c-9315-01d09980dd71" providerId="ADAL" clId="{9AAC7DDA-9862-4F25-B568-460DED6EBA8A}" dt="2026-09-09T06:47:05.139" v="271" actId="1038"/>
        <pc:sldMkLst>
          <pc:docMk/>
          <pc:sldMk cId="0" sldId="263"/>
        </pc:sldMkLst>
        <pc:spChg chg="add del mod">
          <ac:chgData name="abdulaziz saleh M algablan" userId="e8d9e4d9-6f25-472c-9315-01d09980dd71" providerId="ADAL" clId="{9AAC7DDA-9862-4F25-B568-460DED6EBA8A}" dt="2026-09-09T06:46:41.941" v="256"/>
          <ac:spMkLst>
            <pc:docMk/>
            <pc:sldMk cId="0" sldId="263"/>
            <ac:spMk id="2" creationId="{FE423E07-7EA2-DBCB-DE6A-1B13E5C3071B}"/>
          </ac:spMkLst>
        </pc:spChg>
        <pc:spChg chg="mod">
          <ac:chgData name="abdulaziz saleh M algablan" userId="e8d9e4d9-6f25-472c-9315-01d09980dd71" providerId="ADAL" clId="{9AAC7DDA-9862-4F25-B568-460DED6EBA8A}" dt="2026-09-09T06:46:44.705" v="260" actId="1038"/>
          <ac:spMkLst>
            <pc:docMk/>
            <pc:sldMk cId="0" sldId="263"/>
            <ac:spMk id="156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6:44.705" v="260" actId="1038"/>
          <ac:spMkLst>
            <pc:docMk/>
            <pc:sldMk cId="0" sldId="263"/>
            <ac:spMk id="157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6:44.705" v="260" actId="1038"/>
          <ac:spMkLst>
            <pc:docMk/>
            <pc:sldMk cId="0" sldId="263"/>
            <ac:spMk id="158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6:08.442" v="115" actId="1038"/>
          <ac:spMkLst>
            <pc:docMk/>
            <pc:sldMk cId="0" sldId="263"/>
            <ac:spMk id="159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6:44.705" v="260" actId="1038"/>
          <ac:spMkLst>
            <pc:docMk/>
            <pc:sldMk cId="0" sldId="263"/>
            <ac:spMk id="160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05.139" v="271" actId="1038"/>
          <ac:spMkLst>
            <pc:docMk/>
            <pc:sldMk cId="0" sldId="263"/>
            <ac:spMk id="166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05.139" v="271" actId="1038"/>
          <ac:spMkLst>
            <pc:docMk/>
            <pc:sldMk cId="0" sldId="263"/>
            <ac:spMk id="167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05.139" v="271" actId="1038"/>
          <ac:spMkLst>
            <pc:docMk/>
            <pc:sldMk cId="0" sldId="263"/>
            <ac:spMk id="168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05.139" v="271" actId="1038"/>
          <ac:spMkLst>
            <pc:docMk/>
            <pc:sldMk cId="0" sldId="263"/>
            <ac:spMk id="169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05.139" v="271" actId="1038"/>
          <ac:spMkLst>
            <pc:docMk/>
            <pc:sldMk cId="0" sldId="263"/>
            <ac:spMk id="170" creationId="{00000000-0000-0000-0000-000000000000}"/>
          </ac:spMkLst>
        </pc:spChg>
      </pc:sldChg>
      <pc:sldChg chg="modSp mod">
        <pc:chgData name="abdulaziz saleh M algablan" userId="e8d9e4d9-6f25-472c-9315-01d09980dd71" providerId="ADAL" clId="{9AAC7DDA-9862-4F25-B568-460DED6EBA8A}" dt="2026-09-09T06:49:05.865" v="358" actId="20577"/>
        <pc:sldMkLst>
          <pc:docMk/>
          <pc:sldMk cId="0" sldId="264"/>
        </pc:sldMkLst>
        <pc:spChg chg="mod">
          <ac:chgData name="abdulaziz saleh M algablan" userId="e8d9e4d9-6f25-472c-9315-01d09980dd71" providerId="ADAL" clId="{9AAC7DDA-9862-4F25-B568-460DED6EBA8A}" dt="2026-09-09T06:47:40.694" v="304" actId="1037"/>
          <ac:spMkLst>
            <pc:docMk/>
            <pc:sldMk cId="0" sldId="264"/>
            <ac:spMk id="181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40.694" v="304" actId="1037"/>
          <ac:spMkLst>
            <pc:docMk/>
            <pc:sldMk cId="0" sldId="264"/>
            <ac:spMk id="182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40.694" v="304" actId="1037"/>
          <ac:spMkLst>
            <pc:docMk/>
            <pc:sldMk cId="0" sldId="264"/>
            <ac:spMk id="183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40.694" v="304" actId="1037"/>
          <ac:spMkLst>
            <pc:docMk/>
            <pc:sldMk cId="0" sldId="264"/>
            <ac:spMk id="184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40.694" v="304" actId="1037"/>
          <ac:spMkLst>
            <pc:docMk/>
            <pc:sldMk cId="0" sldId="264"/>
            <ac:spMk id="185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21.617" v="288" actId="1038"/>
          <ac:spMkLst>
            <pc:docMk/>
            <pc:sldMk cId="0" sldId="264"/>
            <ac:spMk id="191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21.617" v="288" actId="1038"/>
          <ac:spMkLst>
            <pc:docMk/>
            <pc:sldMk cId="0" sldId="264"/>
            <ac:spMk id="192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25.030" v="299" actId="1038"/>
          <ac:spMkLst>
            <pc:docMk/>
            <pc:sldMk cId="0" sldId="264"/>
            <ac:spMk id="193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21.617" v="288" actId="1038"/>
          <ac:spMkLst>
            <pc:docMk/>
            <pc:sldMk cId="0" sldId="264"/>
            <ac:spMk id="194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7:21.617" v="288" actId="1038"/>
          <ac:spMkLst>
            <pc:docMk/>
            <pc:sldMk cId="0" sldId="264"/>
            <ac:spMk id="195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49:05.865" v="358" actId="20577"/>
          <ac:spMkLst>
            <pc:docMk/>
            <pc:sldMk cId="0" sldId="264"/>
            <ac:spMk id="196" creationId="{00000000-0000-0000-0000-000000000000}"/>
          </ac:spMkLst>
        </pc:spChg>
      </pc:sldChg>
      <pc:sldChg chg="delSp modSp mod">
        <pc:chgData name="abdulaziz saleh M algablan" userId="e8d9e4d9-6f25-472c-9315-01d09980dd71" providerId="ADAL" clId="{9AAC7DDA-9862-4F25-B568-460DED6EBA8A}" dt="2026-09-09T06:50:15.482" v="388" actId="1035"/>
        <pc:sldMkLst>
          <pc:docMk/>
          <pc:sldMk cId="0" sldId="265"/>
        </pc:sldMkLst>
        <pc:spChg chg="del">
          <ac:chgData name="abdulaziz saleh M algablan" userId="e8d9e4d9-6f25-472c-9315-01d09980dd71" providerId="ADAL" clId="{9AAC7DDA-9862-4F25-B568-460DED6EBA8A}" dt="2026-09-09T06:49:58.604" v="360" actId="478"/>
          <ac:spMkLst>
            <pc:docMk/>
            <pc:sldMk cId="0" sldId="265"/>
            <ac:spMk id="206" creationId="{00000000-0000-0000-0000-000000000000}"/>
          </ac:spMkLst>
        </pc:spChg>
        <pc:spChg chg="del">
          <ac:chgData name="abdulaziz saleh M algablan" userId="e8d9e4d9-6f25-472c-9315-01d09980dd71" providerId="ADAL" clId="{9AAC7DDA-9862-4F25-B568-460DED6EBA8A}" dt="2026-09-09T06:49:57.139" v="359" actId="478"/>
          <ac:spMkLst>
            <pc:docMk/>
            <pc:sldMk cId="0" sldId="265"/>
            <ac:spMk id="207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50:15.482" v="388" actId="1035"/>
          <ac:spMkLst>
            <pc:docMk/>
            <pc:sldMk cId="0" sldId="265"/>
            <ac:spMk id="208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50:15.482" v="388" actId="1035"/>
          <ac:spMkLst>
            <pc:docMk/>
            <pc:sldMk cId="0" sldId="265"/>
            <ac:spMk id="209" creationId="{00000000-0000-0000-0000-000000000000}"/>
          </ac:spMkLst>
        </pc:spChg>
        <pc:spChg chg="del">
          <ac:chgData name="abdulaziz saleh M algablan" userId="e8d9e4d9-6f25-472c-9315-01d09980dd71" providerId="ADAL" clId="{9AAC7DDA-9862-4F25-B568-460DED6EBA8A}" dt="2026-09-09T06:50:01.646" v="362" actId="478"/>
          <ac:spMkLst>
            <pc:docMk/>
            <pc:sldMk cId="0" sldId="265"/>
            <ac:spMk id="211" creationId="{00000000-0000-0000-0000-000000000000}"/>
          </ac:spMkLst>
        </pc:spChg>
        <pc:spChg chg="del">
          <ac:chgData name="abdulaziz saleh M algablan" userId="e8d9e4d9-6f25-472c-9315-01d09980dd71" providerId="ADAL" clId="{9AAC7DDA-9862-4F25-B568-460DED6EBA8A}" dt="2026-09-09T06:50:01.106" v="361" actId="478"/>
          <ac:spMkLst>
            <pc:docMk/>
            <pc:sldMk cId="0" sldId="265"/>
            <ac:spMk id="212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50:15.482" v="388" actId="1035"/>
          <ac:spMkLst>
            <pc:docMk/>
            <pc:sldMk cId="0" sldId="265"/>
            <ac:spMk id="213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50:15.482" v="388" actId="1035"/>
          <ac:spMkLst>
            <pc:docMk/>
            <pc:sldMk cId="0" sldId="265"/>
            <ac:spMk id="214" creationId="{00000000-0000-0000-0000-000000000000}"/>
          </ac:spMkLst>
        </pc:spChg>
      </pc:sldChg>
      <pc:sldChg chg="modSp mod">
        <pc:chgData name="abdulaziz saleh M algablan" userId="e8d9e4d9-6f25-472c-9315-01d09980dd71" providerId="ADAL" clId="{9AAC7DDA-9862-4F25-B568-460DED6EBA8A}" dt="2026-09-09T06:51:04.378" v="391" actId="14100"/>
        <pc:sldMkLst>
          <pc:docMk/>
          <pc:sldMk cId="0" sldId="266"/>
        </pc:sldMkLst>
        <pc:spChg chg="mod">
          <ac:chgData name="abdulaziz saleh M algablan" userId="e8d9e4d9-6f25-472c-9315-01d09980dd71" providerId="ADAL" clId="{9AAC7DDA-9862-4F25-B568-460DED6EBA8A}" dt="2026-09-09T06:51:04.378" v="391" actId="14100"/>
          <ac:spMkLst>
            <pc:docMk/>
            <pc:sldMk cId="0" sldId="266"/>
            <ac:spMk id="223" creationId="{00000000-0000-0000-0000-000000000000}"/>
          </ac:spMkLst>
        </pc:spChg>
      </pc:sldChg>
      <pc:sldChg chg="modSp mod">
        <pc:chgData name="abdulaziz saleh M algablan" userId="e8d9e4d9-6f25-472c-9315-01d09980dd71" providerId="ADAL" clId="{9AAC7DDA-9862-4F25-B568-460DED6EBA8A}" dt="2026-09-09T06:51:39.550" v="405" actId="1035"/>
        <pc:sldMkLst>
          <pc:docMk/>
          <pc:sldMk cId="0" sldId="267"/>
        </pc:sldMkLst>
        <pc:spChg chg="mod">
          <ac:chgData name="abdulaziz saleh M algablan" userId="e8d9e4d9-6f25-472c-9315-01d09980dd71" providerId="ADAL" clId="{9AAC7DDA-9862-4F25-B568-460DED6EBA8A}" dt="2026-09-09T06:51:39.550" v="405" actId="1035"/>
          <ac:spMkLst>
            <pc:docMk/>
            <pc:sldMk cId="0" sldId="267"/>
            <ac:spMk id="238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51:39.550" v="405" actId="1035"/>
          <ac:spMkLst>
            <pc:docMk/>
            <pc:sldMk cId="0" sldId="267"/>
            <ac:spMk id="242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51:39.550" v="405" actId="1035"/>
          <ac:spMkLst>
            <pc:docMk/>
            <pc:sldMk cId="0" sldId="267"/>
            <ac:spMk id="246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51:39.550" v="405" actId="1035"/>
          <ac:spMkLst>
            <pc:docMk/>
            <pc:sldMk cId="0" sldId="267"/>
            <ac:spMk id="250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6:51:39.550" v="405" actId="1035"/>
          <ac:spMkLst>
            <pc:docMk/>
            <pc:sldMk cId="0" sldId="267"/>
            <ac:spMk id="254" creationId="{00000000-0000-0000-0000-000000000000}"/>
          </ac:spMkLst>
        </pc:spChg>
      </pc:sldChg>
      <pc:sldChg chg="addSp delSp modSp mod">
        <pc:chgData name="abdulaziz saleh M algablan" userId="e8d9e4d9-6f25-472c-9315-01d09980dd71" providerId="ADAL" clId="{9AAC7DDA-9862-4F25-B568-460DED6EBA8A}" dt="2026-09-09T07:06:35.522" v="712" actId="1076"/>
        <pc:sldMkLst>
          <pc:docMk/>
          <pc:sldMk cId="0" sldId="268"/>
        </pc:sldMkLst>
        <pc:spChg chg="add mod">
          <ac:chgData name="abdulaziz saleh M algablan" userId="e8d9e4d9-6f25-472c-9315-01d09980dd71" providerId="ADAL" clId="{9AAC7DDA-9862-4F25-B568-460DED6EBA8A}" dt="2026-09-09T06:52:45.323" v="411" actId="1076"/>
          <ac:spMkLst>
            <pc:docMk/>
            <pc:sldMk cId="0" sldId="268"/>
            <ac:spMk id="3" creationId="{ACA930E6-E1DF-236A-E910-8943043BAD5F}"/>
          </ac:spMkLst>
        </pc:spChg>
        <pc:spChg chg="add mod">
          <ac:chgData name="abdulaziz saleh M algablan" userId="e8d9e4d9-6f25-472c-9315-01d09980dd71" providerId="ADAL" clId="{9AAC7DDA-9862-4F25-B568-460DED6EBA8A}" dt="2026-09-09T06:52:45.323" v="411" actId="1076"/>
          <ac:spMkLst>
            <pc:docMk/>
            <pc:sldMk cId="0" sldId="268"/>
            <ac:spMk id="5" creationId="{1CFF8362-1BEE-490A-7C27-6E35F34215A8}"/>
          </ac:spMkLst>
        </pc:spChg>
        <pc:spChg chg="add mod">
          <ac:chgData name="abdulaziz saleh M algablan" userId="e8d9e4d9-6f25-472c-9315-01d09980dd71" providerId="ADAL" clId="{9AAC7DDA-9862-4F25-B568-460DED6EBA8A}" dt="2026-09-09T06:52:45.323" v="411" actId="1076"/>
          <ac:spMkLst>
            <pc:docMk/>
            <pc:sldMk cId="0" sldId="268"/>
            <ac:spMk id="7" creationId="{B2042C97-AADC-31E6-65C8-696DD8EF091F}"/>
          </ac:spMkLst>
        </pc:spChg>
        <pc:spChg chg="add mod">
          <ac:chgData name="abdulaziz saleh M algablan" userId="e8d9e4d9-6f25-472c-9315-01d09980dd71" providerId="ADAL" clId="{9AAC7DDA-9862-4F25-B568-460DED6EBA8A}" dt="2026-09-09T07:04:20.015" v="644" actId="1036"/>
          <ac:spMkLst>
            <pc:docMk/>
            <pc:sldMk cId="0" sldId="268"/>
            <ac:spMk id="9" creationId="{277541BB-F1E1-C846-73A0-CB4C479640EB}"/>
          </ac:spMkLst>
        </pc:spChg>
        <pc:spChg chg="add mod">
          <ac:chgData name="abdulaziz saleh M algablan" userId="e8d9e4d9-6f25-472c-9315-01d09980dd71" providerId="ADAL" clId="{9AAC7DDA-9862-4F25-B568-460DED6EBA8A}" dt="2026-09-09T07:04:33.865" v="647" actId="1076"/>
          <ac:spMkLst>
            <pc:docMk/>
            <pc:sldMk cId="0" sldId="268"/>
            <ac:spMk id="11" creationId="{DF3EC19F-5E7E-0B83-0F2D-2C86DC0CE7DA}"/>
          </ac:spMkLst>
        </pc:spChg>
        <pc:spChg chg="add mod">
          <ac:chgData name="abdulaziz saleh M algablan" userId="e8d9e4d9-6f25-472c-9315-01d09980dd71" providerId="ADAL" clId="{9AAC7DDA-9862-4F25-B568-460DED6EBA8A}" dt="2026-09-09T07:04:33.865" v="647" actId="1076"/>
          <ac:spMkLst>
            <pc:docMk/>
            <pc:sldMk cId="0" sldId="268"/>
            <ac:spMk id="13" creationId="{D1910117-D40B-0A37-F19E-1966D38168CC}"/>
          </ac:spMkLst>
        </pc:spChg>
        <pc:spChg chg="add mod">
          <ac:chgData name="abdulaziz saleh M algablan" userId="e8d9e4d9-6f25-472c-9315-01d09980dd71" providerId="ADAL" clId="{9AAC7DDA-9862-4F25-B568-460DED6EBA8A}" dt="2026-09-09T07:04:33.865" v="647" actId="1076"/>
          <ac:spMkLst>
            <pc:docMk/>
            <pc:sldMk cId="0" sldId="268"/>
            <ac:spMk id="15" creationId="{C048BEBE-69EE-8A94-ECEB-0857FBDCD955}"/>
          </ac:spMkLst>
        </pc:spChg>
        <pc:spChg chg="add mod">
          <ac:chgData name="abdulaziz saleh M algablan" userId="e8d9e4d9-6f25-472c-9315-01d09980dd71" providerId="ADAL" clId="{9AAC7DDA-9862-4F25-B568-460DED6EBA8A}" dt="2026-09-09T07:04:33.865" v="647" actId="1076"/>
          <ac:spMkLst>
            <pc:docMk/>
            <pc:sldMk cId="0" sldId="268"/>
            <ac:spMk id="17" creationId="{07CC5BAC-0791-070B-416C-6257F8A73BCE}"/>
          </ac:spMkLst>
        </pc:spChg>
        <pc:spChg chg="add mod">
          <ac:chgData name="abdulaziz saleh M algablan" userId="e8d9e4d9-6f25-472c-9315-01d09980dd71" providerId="ADAL" clId="{9AAC7DDA-9862-4F25-B568-460DED6EBA8A}" dt="2026-09-09T06:58:42.028" v="542" actId="1076"/>
          <ac:spMkLst>
            <pc:docMk/>
            <pc:sldMk cId="0" sldId="268"/>
            <ac:spMk id="21" creationId="{AB63C855-A381-E22F-ECE7-76692CD8D40E}"/>
          </ac:spMkLst>
        </pc:spChg>
        <pc:spChg chg="del">
          <ac:chgData name="abdulaziz saleh M algablan" userId="e8d9e4d9-6f25-472c-9315-01d09980dd71" providerId="ADAL" clId="{9AAC7DDA-9862-4F25-B568-460DED6EBA8A}" dt="2026-09-09T06:52:50.002" v="412" actId="478"/>
          <ac:spMkLst>
            <pc:docMk/>
            <pc:sldMk cId="0" sldId="268"/>
            <ac:spMk id="23" creationId="{5316C7BC-5935-CA14-454F-6EE849C58D14}"/>
          </ac:spMkLst>
        </pc:spChg>
        <pc:spChg chg="add del mod">
          <ac:chgData name="abdulaziz saleh M algablan" userId="e8d9e4d9-6f25-472c-9315-01d09980dd71" providerId="ADAL" clId="{9AAC7DDA-9862-4F25-B568-460DED6EBA8A}" dt="2026-09-09T06:52:52.289" v="413" actId="478"/>
          <ac:spMkLst>
            <pc:docMk/>
            <pc:sldMk cId="0" sldId="268"/>
            <ac:spMk id="25" creationId="{3294AA5F-A083-3530-2378-B6610B2228B5}"/>
          </ac:spMkLst>
        </pc:spChg>
        <pc:spChg chg="add del">
          <ac:chgData name="abdulaziz saleh M algablan" userId="e8d9e4d9-6f25-472c-9315-01d09980dd71" providerId="ADAL" clId="{9AAC7DDA-9862-4F25-B568-460DED6EBA8A}" dt="2026-09-09T06:56:06.974" v="521" actId="478"/>
          <ac:spMkLst>
            <pc:docMk/>
            <pc:sldMk cId="0" sldId="268"/>
            <ac:spMk id="44" creationId="{772A542E-654B-D658-3EA5-969D0E8E79A7}"/>
          </ac:spMkLst>
        </pc:spChg>
        <pc:spChg chg="add del">
          <ac:chgData name="abdulaziz saleh M algablan" userId="e8d9e4d9-6f25-472c-9315-01d09980dd71" providerId="ADAL" clId="{9AAC7DDA-9862-4F25-B568-460DED6EBA8A}" dt="2026-09-09T06:56:15.645" v="523" actId="478"/>
          <ac:spMkLst>
            <pc:docMk/>
            <pc:sldMk cId="0" sldId="268"/>
            <ac:spMk id="45" creationId="{D6AEF6C7-D889-9D40-6005-6BD50D283255}"/>
          </ac:spMkLst>
        </pc:spChg>
        <pc:spChg chg="add del">
          <ac:chgData name="abdulaziz saleh M algablan" userId="e8d9e4d9-6f25-472c-9315-01d09980dd71" providerId="ADAL" clId="{9AAC7DDA-9862-4F25-B568-460DED6EBA8A}" dt="2026-09-09T06:56:32.742" v="527" actId="478"/>
          <ac:spMkLst>
            <pc:docMk/>
            <pc:sldMk cId="0" sldId="268"/>
            <ac:spMk id="46" creationId="{CA44DEE7-9635-3527-9D3F-1024769E4373}"/>
          </ac:spMkLst>
        </pc:spChg>
        <pc:spChg chg="add del mod">
          <ac:chgData name="abdulaziz saleh M algablan" userId="e8d9e4d9-6f25-472c-9315-01d09980dd71" providerId="ADAL" clId="{9AAC7DDA-9862-4F25-B568-460DED6EBA8A}" dt="2026-09-09T07:01:29.899" v="586" actId="478"/>
          <ac:spMkLst>
            <pc:docMk/>
            <pc:sldMk cId="0" sldId="268"/>
            <ac:spMk id="50" creationId="{E96254C2-298F-5D72-FC60-D562F832322F}"/>
          </ac:spMkLst>
        </pc:spChg>
        <pc:spChg chg="add del">
          <ac:chgData name="abdulaziz saleh M algablan" userId="e8d9e4d9-6f25-472c-9315-01d09980dd71" providerId="ADAL" clId="{9AAC7DDA-9862-4F25-B568-460DED6EBA8A}" dt="2026-09-09T06:59:02.056" v="545" actId="478"/>
          <ac:spMkLst>
            <pc:docMk/>
            <pc:sldMk cId="0" sldId="268"/>
            <ac:spMk id="51" creationId="{E75DEAC7-6918-8274-9391-7220D46617A6}"/>
          </ac:spMkLst>
        </pc:spChg>
        <pc:spChg chg="mod">
          <ac:chgData name="abdulaziz saleh M algablan" userId="e8d9e4d9-6f25-472c-9315-01d09980dd71" providerId="ADAL" clId="{9AAC7DDA-9862-4F25-B568-460DED6EBA8A}" dt="2026-09-09T07:05:59.847" v="688" actId="1038"/>
          <ac:spMkLst>
            <pc:docMk/>
            <pc:sldMk cId="0" sldId="268"/>
            <ac:spMk id="263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05:59.847" v="688" actId="1038"/>
          <ac:spMkLst>
            <pc:docMk/>
            <pc:sldMk cId="0" sldId="268"/>
            <ac:spMk id="264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05:59.847" v="688" actId="1038"/>
          <ac:spMkLst>
            <pc:docMk/>
            <pc:sldMk cId="0" sldId="268"/>
            <ac:spMk id="265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05:59.847" v="688" actId="1038"/>
          <ac:spMkLst>
            <pc:docMk/>
            <pc:sldMk cId="0" sldId="268"/>
            <ac:spMk id="266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05:59.847" v="688" actId="1038"/>
          <ac:spMkLst>
            <pc:docMk/>
            <pc:sldMk cId="0" sldId="268"/>
            <ac:spMk id="267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05:59.847" v="688" actId="1038"/>
          <ac:spMkLst>
            <pc:docMk/>
            <pc:sldMk cId="0" sldId="268"/>
            <ac:spMk id="268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06:25.875" v="711" actId="1035"/>
          <ac:spMkLst>
            <pc:docMk/>
            <pc:sldMk cId="0" sldId="268"/>
            <ac:spMk id="269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06:22.779" v="708" actId="1035"/>
          <ac:spMkLst>
            <pc:docMk/>
            <pc:sldMk cId="0" sldId="268"/>
            <ac:spMk id="270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06:11.675" v="703" actId="1038"/>
          <ac:spMkLst>
            <pc:docMk/>
            <pc:sldMk cId="0" sldId="268"/>
            <ac:spMk id="271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06:11.675" v="703" actId="1038"/>
          <ac:spMkLst>
            <pc:docMk/>
            <pc:sldMk cId="0" sldId="268"/>
            <ac:spMk id="272" creationId="{00000000-0000-0000-0000-000000000000}"/>
          </ac:spMkLst>
        </pc:spChg>
        <pc:spChg chg="del mod">
          <ac:chgData name="abdulaziz saleh M algablan" userId="e8d9e4d9-6f25-472c-9315-01d09980dd71" providerId="ADAL" clId="{9AAC7DDA-9862-4F25-B568-460DED6EBA8A}" dt="2026-09-09T06:53:40.442" v="415" actId="478"/>
          <ac:spMkLst>
            <pc:docMk/>
            <pc:sldMk cId="0" sldId="268"/>
            <ac:spMk id="273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06:35.522" v="712" actId="1076"/>
          <ac:spMkLst>
            <pc:docMk/>
            <pc:sldMk cId="0" sldId="268"/>
            <ac:spMk id="274" creationId="{00000000-0000-0000-0000-000000000000}"/>
          </ac:spMkLst>
        </pc:spChg>
        <pc:spChg chg="del">
          <ac:chgData name="abdulaziz saleh M algablan" userId="e8d9e4d9-6f25-472c-9315-01d09980dd71" providerId="ADAL" clId="{9AAC7DDA-9862-4F25-B568-460DED6EBA8A}" dt="2026-09-09T06:56:43.269" v="532" actId="478"/>
          <ac:spMkLst>
            <pc:docMk/>
            <pc:sldMk cId="0" sldId="268"/>
            <ac:spMk id="275" creationId="{00000000-0000-0000-0000-000000000000}"/>
          </ac:spMkLst>
        </pc:spChg>
        <pc:spChg chg="del">
          <ac:chgData name="abdulaziz saleh M algablan" userId="e8d9e4d9-6f25-472c-9315-01d09980dd71" providerId="ADAL" clId="{9AAC7DDA-9862-4F25-B568-460DED6EBA8A}" dt="2026-09-09T06:56:41.289" v="531" actId="478"/>
          <ac:spMkLst>
            <pc:docMk/>
            <pc:sldMk cId="0" sldId="268"/>
            <ac:spMk id="276" creationId="{00000000-0000-0000-0000-000000000000}"/>
          </ac:spMkLst>
        </pc:spChg>
        <pc:spChg chg="del">
          <ac:chgData name="abdulaziz saleh M algablan" userId="e8d9e4d9-6f25-472c-9315-01d09980dd71" providerId="ADAL" clId="{9AAC7DDA-9862-4F25-B568-460DED6EBA8A}" dt="2026-09-09T06:56:39.823" v="530" actId="478"/>
          <ac:spMkLst>
            <pc:docMk/>
            <pc:sldMk cId="0" sldId="268"/>
            <ac:spMk id="277" creationId="{00000000-0000-0000-0000-000000000000}"/>
          </ac:spMkLst>
        </pc:spChg>
        <pc:spChg chg="del mod">
          <ac:chgData name="abdulaziz saleh M algablan" userId="e8d9e4d9-6f25-472c-9315-01d09980dd71" providerId="ADAL" clId="{9AAC7DDA-9862-4F25-B568-460DED6EBA8A}" dt="2026-09-09T06:56:38.870" v="529" actId="478"/>
          <ac:spMkLst>
            <pc:docMk/>
            <pc:sldMk cId="0" sldId="268"/>
            <ac:spMk id="278" creationId="{00000000-0000-0000-0000-000000000000}"/>
          </ac:spMkLst>
        </pc:spChg>
        <pc:picChg chg="add mod ord">
          <ac:chgData name="abdulaziz saleh M algablan" userId="e8d9e4d9-6f25-472c-9315-01d09980dd71" providerId="ADAL" clId="{9AAC7DDA-9862-4F25-B568-460DED6EBA8A}" dt="2026-09-09T07:05:32.691" v="653" actId="1076"/>
          <ac:picMkLst>
            <pc:docMk/>
            <pc:sldMk cId="0" sldId="268"/>
            <ac:picMk id="53" creationId="{2F9A0947-3F99-5194-C60F-BB5B2DFF78AE}"/>
          </ac:picMkLst>
        </pc:picChg>
        <pc:inkChg chg="add del mod">
          <ac:chgData name="abdulaziz saleh M algablan" userId="e8d9e4d9-6f25-472c-9315-01d09980dd71" providerId="ADAL" clId="{9AAC7DDA-9862-4F25-B568-460DED6EBA8A}" dt="2026-09-09T06:57:21.156" v="536" actId="478"/>
          <ac:inkMkLst>
            <pc:docMk/>
            <pc:sldMk cId="0" sldId="268"/>
            <ac:inkMk id="49" creationId="{A4CA45FD-94A7-B5C8-73F2-C8FD869FD80D}"/>
          </ac:inkMkLst>
        </pc:inkChg>
        <pc:cxnChg chg="add mod">
          <ac:chgData name="abdulaziz saleh M algablan" userId="e8d9e4d9-6f25-472c-9315-01d09980dd71" providerId="ADAL" clId="{9AAC7DDA-9862-4F25-B568-460DED6EBA8A}" dt="2026-09-09T07:05:59.847" v="688" actId="1038"/>
          <ac:cxnSpMkLst>
            <pc:docMk/>
            <pc:sldMk cId="0" sldId="268"/>
            <ac:cxnSpMk id="27" creationId="{62DB6C8A-4E7F-F15C-57C1-0C4215B96849}"/>
          </ac:cxnSpMkLst>
        </pc:cxnChg>
        <pc:cxnChg chg="add mod">
          <ac:chgData name="abdulaziz saleh M algablan" userId="e8d9e4d9-6f25-472c-9315-01d09980dd71" providerId="ADAL" clId="{9AAC7DDA-9862-4F25-B568-460DED6EBA8A}" dt="2026-09-09T07:05:59.847" v="688" actId="1038"/>
          <ac:cxnSpMkLst>
            <pc:docMk/>
            <pc:sldMk cId="0" sldId="268"/>
            <ac:cxnSpMk id="28" creationId="{9753C1AA-1833-CA0A-7522-AF6C12D2BE38}"/>
          </ac:cxnSpMkLst>
        </pc:cxnChg>
        <pc:cxnChg chg="add mod">
          <ac:chgData name="abdulaziz saleh M algablan" userId="e8d9e4d9-6f25-472c-9315-01d09980dd71" providerId="ADAL" clId="{9AAC7DDA-9862-4F25-B568-460DED6EBA8A}" dt="2026-09-09T07:06:22.779" v="708" actId="1035"/>
          <ac:cxnSpMkLst>
            <pc:docMk/>
            <pc:sldMk cId="0" sldId="268"/>
            <ac:cxnSpMk id="31" creationId="{E62C084A-169D-30B2-0C59-EF7236E862C0}"/>
          </ac:cxnSpMkLst>
        </pc:cxnChg>
        <pc:cxnChg chg="add mod">
          <ac:chgData name="abdulaziz saleh M algablan" userId="e8d9e4d9-6f25-472c-9315-01d09980dd71" providerId="ADAL" clId="{9AAC7DDA-9862-4F25-B568-460DED6EBA8A}" dt="2026-09-09T07:06:25.875" v="711" actId="1035"/>
          <ac:cxnSpMkLst>
            <pc:docMk/>
            <pc:sldMk cId="0" sldId="268"/>
            <ac:cxnSpMk id="34" creationId="{FF3E9396-4F3A-2AB8-45AF-655CFAFCB342}"/>
          </ac:cxnSpMkLst>
        </pc:cxnChg>
        <pc:cxnChg chg="add mod">
          <ac:chgData name="abdulaziz saleh M algablan" userId="e8d9e4d9-6f25-472c-9315-01d09980dd71" providerId="ADAL" clId="{9AAC7DDA-9862-4F25-B568-460DED6EBA8A}" dt="2026-09-09T07:06:11.675" v="703" actId="1038"/>
          <ac:cxnSpMkLst>
            <pc:docMk/>
            <pc:sldMk cId="0" sldId="268"/>
            <ac:cxnSpMk id="37" creationId="{9ED23956-02A9-4765-1E5F-D179F871FED5}"/>
          </ac:cxnSpMkLst>
        </pc:cxnChg>
        <pc:cxnChg chg="add del mod">
          <ac:chgData name="abdulaziz saleh M algablan" userId="e8d9e4d9-6f25-472c-9315-01d09980dd71" providerId="ADAL" clId="{9AAC7DDA-9862-4F25-B568-460DED6EBA8A}" dt="2026-09-09T06:56:31.327" v="526" actId="478"/>
          <ac:cxnSpMkLst>
            <pc:docMk/>
            <pc:sldMk cId="0" sldId="268"/>
            <ac:cxnSpMk id="48" creationId="{0C4B6CD3-9659-AF8C-CB40-939B2F9DB054}"/>
          </ac:cxnSpMkLst>
        </pc:cxnChg>
      </pc:sldChg>
      <pc:sldChg chg="addSp modSp mod">
        <pc:chgData name="abdulaziz saleh M algablan" userId="e8d9e4d9-6f25-472c-9315-01d09980dd71" providerId="ADAL" clId="{9AAC7DDA-9862-4F25-B568-460DED6EBA8A}" dt="2026-09-09T07:12:07.993" v="749" actId="207"/>
        <pc:sldMkLst>
          <pc:docMk/>
          <pc:sldMk cId="0" sldId="274"/>
        </pc:sldMkLst>
        <pc:spChg chg="add mod">
          <ac:chgData name="abdulaziz saleh M algablan" userId="e8d9e4d9-6f25-472c-9315-01d09980dd71" providerId="ADAL" clId="{9AAC7DDA-9862-4F25-B568-460DED6EBA8A}" dt="2026-09-09T07:10:26.340" v="716" actId="14100"/>
          <ac:spMkLst>
            <pc:docMk/>
            <pc:sldMk cId="0" sldId="274"/>
            <ac:spMk id="2" creationId="{429422D7-551F-88ED-A576-FC840D0F23FC}"/>
          </ac:spMkLst>
        </pc:spChg>
        <pc:spChg chg="add mod">
          <ac:chgData name="abdulaziz saleh M algablan" userId="e8d9e4d9-6f25-472c-9315-01d09980dd71" providerId="ADAL" clId="{9AAC7DDA-9862-4F25-B568-460DED6EBA8A}" dt="2026-09-09T07:10:35.100" v="718" actId="1076"/>
          <ac:spMkLst>
            <pc:docMk/>
            <pc:sldMk cId="0" sldId="274"/>
            <ac:spMk id="4" creationId="{293708CA-50F2-69BD-D7E9-AC21D60D9A63}"/>
          </ac:spMkLst>
        </pc:spChg>
        <pc:spChg chg="add mod">
          <ac:chgData name="abdulaziz saleh M algablan" userId="e8d9e4d9-6f25-472c-9315-01d09980dd71" providerId="ADAL" clId="{9AAC7DDA-9862-4F25-B568-460DED6EBA8A}" dt="2026-09-09T07:10:50.803" v="731" actId="1036"/>
          <ac:spMkLst>
            <pc:docMk/>
            <pc:sldMk cId="0" sldId="274"/>
            <ac:spMk id="6" creationId="{7CBE2446-A01D-8508-5C74-AE4A585596A0}"/>
          </ac:spMkLst>
        </pc:spChg>
        <pc:spChg chg="add mod">
          <ac:chgData name="abdulaziz saleh M algablan" userId="e8d9e4d9-6f25-472c-9315-01d09980dd71" providerId="ADAL" clId="{9AAC7DDA-9862-4F25-B568-460DED6EBA8A}" dt="2026-09-09T07:10:58.513" v="733" actId="1076"/>
          <ac:spMkLst>
            <pc:docMk/>
            <pc:sldMk cId="0" sldId="274"/>
            <ac:spMk id="8" creationId="{BF877876-004D-2961-2DE2-497B8CE3A091}"/>
          </ac:spMkLst>
        </pc:spChg>
        <pc:spChg chg="add mod">
          <ac:chgData name="abdulaziz saleh M algablan" userId="e8d9e4d9-6f25-472c-9315-01d09980dd71" providerId="ADAL" clId="{9AAC7DDA-9862-4F25-B568-460DED6EBA8A}" dt="2026-09-09T07:12:07.993" v="749" actId="207"/>
          <ac:spMkLst>
            <pc:docMk/>
            <pc:sldMk cId="0" sldId="274"/>
            <ac:spMk id="9" creationId="{EB6C2EA5-A59B-76A3-F216-937C2D413F01}"/>
          </ac:spMkLst>
        </pc:spChg>
      </pc:sldChg>
      <pc:sldChg chg="modSp mod">
        <pc:chgData name="abdulaziz saleh M algablan" userId="e8d9e4d9-6f25-472c-9315-01d09980dd71" providerId="ADAL" clId="{9AAC7DDA-9862-4F25-B568-460DED6EBA8A}" dt="2026-09-09T08:35:56.085" v="1482" actId="14100"/>
        <pc:sldMkLst>
          <pc:docMk/>
          <pc:sldMk cId="0" sldId="281"/>
        </pc:sldMkLst>
        <pc:spChg chg="mod">
          <ac:chgData name="abdulaziz saleh M algablan" userId="e8d9e4d9-6f25-472c-9315-01d09980dd71" providerId="ADAL" clId="{9AAC7DDA-9862-4F25-B568-460DED6EBA8A}" dt="2026-09-09T07:43:03.708" v="814" actId="20577"/>
          <ac:spMkLst>
            <pc:docMk/>
            <pc:sldMk cId="0" sldId="281"/>
            <ac:spMk id="523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42:32.814" v="778" actId="1036"/>
          <ac:spMkLst>
            <pc:docMk/>
            <pc:sldMk cId="0" sldId="281"/>
            <ac:spMk id="524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42:32.814" v="778" actId="1036"/>
          <ac:spMkLst>
            <pc:docMk/>
            <pc:sldMk cId="0" sldId="281"/>
            <ac:spMk id="525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42:32.814" v="778" actId="1036"/>
          <ac:spMkLst>
            <pc:docMk/>
            <pc:sldMk cId="0" sldId="281"/>
            <ac:spMk id="526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42:32.814" v="778" actId="1036"/>
          <ac:spMkLst>
            <pc:docMk/>
            <pc:sldMk cId="0" sldId="281"/>
            <ac:spMk id="527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42:32.814" v="778" actId="1036"/>
          <ac:spMkLst>
            <pc:docMk/>
            <pc:sldMk cId="0" sldId="281"/>
            <ac:spMk id="528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42:32.814" v="778" actId="1036"/>
          <ac:spMkLst>
            <pc:docMk/>
            <pc:sldMk cId="0" sldId="281"/>
            <ac:spMk id="529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42:48.031" v="811" actId="1036"/>
          <ac:spMkLst>
            <pc:docMk/>
            <pc:sldMk cId="0" sldId="281"/>
            <ac:spMk id="530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42:48.031" v="811" actId="1036"/>
          <ac:spMkLst>
            <pc:docMk/>
            <pc:sldMk cId="0" sldId="281"/>
            <ac:spMk id="531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7:42:32.814" v="778" actId="1036"/>
          <ac:spMkLst>
            <pc:docMk/>
            <pc:sldMk cId="0" sldId="281"/>
            <ac:spMk id="532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35:56.085" v="1482" actId="14100"/>
          <ac:spMkLst>
            <pc:docMk/>
            <pc:sldMk cId="0" sldId="281"/>
            <ac:spMk id="533" creationId="{00000000-0000-0000-0000-000000000000}"/>
          </ac:spMkLst>
        </pc:spChg>
      </pc:sldChg>
      <pc:sldChg chg="addSp delSp modSp mod">
        <pc:chgData name="abdulaziz saleh M algablan" userId="e8d9e4d9-6f25-472c-9315-01d09980dd71" providerId="ADAL" clId="{9AAC7DDA-9862-4F25-B568-460DED6EBA8A}" dt="2026-09-09T07:53:02.758" v="1034" actId="22"/>
        <pc:sldMkLst>
          <pc:docMk/>
          <pc:sldMk cId="0" sldId="282"/>
        </pc:sldMkLst>
        <pc:spChg chg="add del">
          <ac:chgData name="abdulaziz saleh M algablan" userId="e8d9e4d9-6f25-472c-9315-01d09980dd71" providerId="ADAL" clId="{9AAC7DDA-9862-4F25-B568-460DED6EBA8A}" dt="2026-09-09T07:52:52.553" v="1030" actId="22"/>
          <ac:spMkLst>
            <pc:docMk/>
            <pc:sldMk cId="0" sldId="282"/>
            <ac:spMk id="3" creationId="{9CBFCF9A-3CF7-405C-E4A8-A2EFB9C9EB11}"/>
          </ac:spMkLst>
        </pc:spChg>
        <pc:spChg chg="add del">
          <ac:chgData name="abdulaziz saleh M algablan" userId="e8d9e4d9-6f25-472c-9315-01d09980dd71" providerId="ADAL" clId="{9AAC7DDA-9862-4F25-B568-460DED6EBA8A}" dt="2026-09-09T07:53:02.758" v="1034" actId="22"/>
          <ac:spMkLst>
            <pc:docMk/>
            <pc:sldMk cId="0" sldId="282"/>
            <ac:spMk id="5" creationId="{103E4386-C34F-E213-9E20-F2120C93FBBD}"/>
          </ac:spMkLst>
        </pc:spChg>
        <pc:spChg chg="mod">
          <ac:chgData name="abdulaziz saleh M algablan" userId="e8d9e4d9-6f25-472c-9315-01d09980dd71" providerId="ADAL" clId="{9AAC7DDA-9862-4F25-B568-460DED6EBA8A}" dt="2026-09-09T07:53:00.396" v="1032" actId="1076"/>
          <ac:spMkLst>
            <pc:docMk/>
            <pc:sldMk cId="0" sldId="282"/>
            <ac:spMk id="543" creationId="{00000000-0000-0000-0000-000000000000}"/>
          </ac:spMkLst>
        </pc:spChg>
      </pc:sldChg>
      <pc:sldChg chg="delSp mod">
        <pc:chgData name="abdulaziz saleh M algablan" userId="e8d9e4d9-6f25-472c-9315-01d09980dd71" providerId="ADAL" clId="{9AAC7DDA-9862-4F25-B568-460DED6EBA8A}" dt="2026-09-09T08:04:30.539" v="1314" actId="478"/>
        <pc:sldMkLst>
          <pc:docMk/>
          <pc:sldMk cId="0" sldId="283"/>
        </pc:sldMkLst>
        <pc:spChg chg="del">
          <ac:chgData name="abdulaziz saleh M algablan" userId="e8d9e4d9-6f25-472c-9315-01d09980dd71" providerId="ADAL" clId="{9AAC7DDA-9862-4F25-B568-460DED6EBA8A}" dt="2026-09-09T08:04:30.539" v="1314" actId="478"/>
          <ac:spMkLst>
            <pc:docMk/>
            <pc:sldMk cId="0" sldId="283"/>
            <ac:spMk id="564" creationId="{00000000-0000-0000-0000-000000000000}"/>
          </ac:spMkLst>
        </pc:spChg>
      </pc:sldChg>
      <pc:sldChg chg="modSp mod">
        <pc:chgData name="abdulaziz saleh M algablan" userId="e8d9e4d9-6f25-472c-9315-01d09980dd71" providerId="ADAL" clId="{9AAC7DDA-9862-4F25-B568-460DED6EBA8A}" dt="2026-09-09T08:03:44.238" v="1313" actId="108"/>
        <pc:sldMkLst>
          <pc:docMk/>
          <pc:sldMk cId="0" sldId="284"/>
        </pc:sldMkLst>
        <pc:cxnChg chg="mod">
          <ac:chgData name="abdulaziz saleh M algablan" userId="e8d9e4d9-6f25-472c-9315-01d09980dd71" providerId="ADAL" clId="{9AAC7DDA-9862-4F25-B568-460DED6EBA8A}" dt="2026-09-09T08:03:01.954" v="1306" actId="692"/>
          <ac:cxnSpMkLst>
            <pc:docMk/>
            <pc:sldMk cId="0" sldId="284"/>
            <ac:cxnSpMk id="578" creationId="{00000000-0000-0000-0000-000000000000}"/>
          </ac:cxnSpMkLst>
        </pc:cxnChg>
        <pc:cxnChg chg="mod">
          <ac:chgData name="abdulaziz saleh M algablan" userId="e8d9e4d9-6f25-472c-9315-01d09980dd71" providerId="ADAL" clId="{9AAC7DDA-9862-4F25-B568-460DED6EBA8A}" dt="2026-09-09T08:03:32.230" v="1311" actId="14100"/>
          <ac:cxnSpMkLst>
            <pc:docMk/>
            <pc:sldMk cId="0" sldId="284"/>
            <ac:cxnSpMk id="581" creationId="{00000000-0000-0000-0000-000000000000}"/>
          </ac:cxnSpMkLst>
        </pc:cxnChg>
        <pc:cxnChg chg="mod">
          <ac:chgData name="abdulaziz saleh M algablan" userId="e8d9e4d9-6f25-472c-9315-01d09980dd71" providerId="ADAL" clId="{9AAC7DDA-9862-4F25-B568-460DED6EBA8A}" dt="2026-09-09T08:03:44.238" v="1313" actId="108"/>
          <ac:cxnSpMkLst>
            <pc:docMk/>
            <pc:sldMk cId="0" sldId="284"/>
            <ac:cxnSpMk id="584" creationId="{00000000-0000-0000-0000-000000000000}"/>
          </ac:cxnSpMkLst>
        </pc:cxnChg>
        <pc:cxnChg chg="mod">
          <ac:chgData name="abdulaziz saleh M algablan" userId="e8d9e4d9-6f25-472c-9315-01d09980dd71" providerId="ADAL" clId="{9AAC7DDA-9862-4F25-B568-460DED6EBA8A}" dt="2026-09-09T08:03:35.421" v="1312" actId="14100"/>
          <ac:cxnSpMkLst>
            <pc:docMk/>
            <pc:sldMk cId="0" sldId="284"/>
            <ac:cxnSpMk id="587" creationId="{00000000-0000-0000-0000-000000000000}"/>
          </ac:cxnSpMkLst>
        </pc:cxnChg>
      </pc:sldChg>
      <pc:sldChg chg="modSp mod setBg">
        <pc:chgData name="abdulaziz saleh M algablan" userId="e8d9e4d9-6f25-472c-9315-01d09980dd71" providerId="ADAL" clId="{9AAC7DDA-9862-4F25-B568-460DED6EBA8A}" dt="2026-09-09T08:12:48.886" v="1368" actId="207"/>
        <pc:sldMkLst>
          <pc:docMk/>
          <pc:sldMk cId="0" sldId="285"/>
        </pc:sldMkLst>
        <pc:spChg chg="mod">
          <ac:chgData name="abdulaziz saleh M algablan" userId="e8d9e4d9-6f25-472c-9315-01d09980dd71" providerId="ADAL" clId="{9AAC7DDA-9862-4F25-B568-460DED6EBA8A}" dt="2026-09-09T08:12:42.806" v="1366" actId="207"/>
          <ac:spMkLst>
            <pc:docMk/>
            <pc:sldMk cId="0" sldId="285"/>
            <ac:spMk id="596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2:48.886" v="1368" actId="207"/>
          <ac:spMkLst>
            <pc:docMk/>
            <pc:sldMk cId="0" sldId="285"/>
            <ac:spMk id="597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2:44.808" v="1367" actId="207"/>
          <ac:spMkLst>
            <pc:docMk/>
            <pc:sldMk cId="0" sldId="285"/>
            <ac:spMk id="598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2:44.808" v="1367" actId="207"/>
          <ac:spMkLst>
            <pc:docMk/>
            <pc:sldMk cId="0" sldId="285"/>
            <ac:spMk id="599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2:44.808" v="1367" actId="207"/>
          <ac:spMkLst>
            <pc:docMk/>
            <pc:sldMk cId="0" sldId="285"/>
            <ac:spMk id="600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2:44.808" v="1367" actId="207"/>
          <ac:spMkLst>
            <pc:docMk/>
            <pc:sldMk cId="0" sldId="285"/>
            <ac:spMk id="601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2:42.806" v="1366" actId="207"/>
          <ac:spMkLst>
            <pc:docMk/>
            <pc:sldMk cId="0" sldId="285"/>
            <ac:spMk id="602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2:44.808" v="1367" actId="207"/>
          <ac:spMkLst>
            <pc:docMk/>
            <pc:sldMk cId="0" sldId="285"/>
            <ac:spMk id="603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2:44.808" v="1367" actId="207"/>
          <ac:spMkLst>
            <pc:docMk/>
            <pc:sldMk cId="0" sldId="285"/>
            <ac:spMk id="604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2:44.808" v="1367" actId="207"/>
          <ac:spMkLst>
            <pc:docMk/>
            <pc:sldMk cId="0" sldId="285"/>
            <ac:spMk id="605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2:42.806" v="1366" actId="207"/>
          <ac:spMkLst>
            <pc:docMk/>
            <pc:sldMk cId="0" sldId="285"/>
            <ac:spMk id="606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2:44.808" v="1367" actId="207"/>
          <ac:spMkLst>
            <pc:docMk/>
            <pc:sldMk cId="0" sldId="285"/>
            <ac:spMk id="607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2:44.808" v="1367" actId="207"/>
          <ac:spMkLst>
            <pc:docMk/>
            <pc:sldMk cId="0" sldId="285"/>
            <ac:spMk id="609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2:44.808" v="1367" actId="207"/>
          <ac:spMkLst>
            <pc:docMk/>
            <pc:sldMk cId="0" sldId="285"/>
            <ac:spMk id="610" creationId="{00000000-0000-0000-0000-000000000000}"/>
          </ac:spMkLst>
        </pc:spChg>
      </pc:sldChg>
      <pc:sldChg chg="modSp mod">
        <pc:chgData name="abdulaziz saleh M algablan" userId="e8d9e4d9-6f25-472c-9315-01d09980dd71" providerId="ADAL" clId="{9AAC7DDA-9862-4F25-B568-460DED6EBA8A}" dt="2026-09-09T08:14:55.862" v="1377" actId="113"/>
        <pc:sldMkLst>
          <pc:docMk/>
          <pc:sldMk cId="0" sldId="286"/>
        </pc:sldMkLst>
        <pc:spChg chg="mod">
          <ac:chgData name="abdulaziz saleh M algablan" userId="e8d9e4d9-6f25-472c-9315-01d09980dd71" providerId="ADAL" clId="{9AAC7DDA-9862-4F25-B568-460DED6EBA8A}" dt="2026-09-09T08:14:55.862" v="1377" actId="113"/>
          <ac:spMkLst>
            <pc:docMk/>
            <pc:sldMk cId="0" sldId="286"/>
            <ac:spMk id="621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4:47.372" v="1376" actId="113"/>
          <ac:spMkLst>
            <pc:docMk/>
            <pc:sldMk cId="0" sldId="286"/>
            <ac:spMk id="623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4:55.862" v="1377" actId="113"/>
          <ac:spMkLst>
            <pc:docMk/>
            <pc:sldMk cId="0" sldId="286"/>
            <ac:spMk id="626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4:47.372" v="1376" actId="113"/>
          <ac:spMkLst>
            <pc:docMk/>
            <pc:sldMk cId="0" sldId="286"/>
            <ac:spMk id="628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4:55.862" v="1377" actId="113"/>
          <ac:spMkLst>
            <pc:docMk/>
            <pc:sldMk cId="0" sldId="286"/>
            <ac:spMk id="631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4:47.372" v="1376" actId="113"/>
          <ac:spMkLst>
            <pc:docMk/>
            <pc:sldMk cId="0" sldId="286"/>
            <ac:spMk id="633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4:55.862" v="1377" actId="113"/>
          <ac:spMkLst>
            <pc:docMk/>
            <pc:sldMk cId="0" sldId="286"/>
            <ac:spMk id="636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4:47.372" v="1376" actId="113"/>
          <ac:spMkLst>
            <pc:docMk/>
            <pc:sldMk cId="0" sldId="286"/>
            <ac:spMk id="638" creationId="{00000000-0000-0000-0000-000000000000}"/>
          </ac:spMkLst>
        </pc:spChg>
      </pc:sldChg>
      <pc:sldChg chg="modSp mod">
        <pc:chgData name="abdulaziz saleh M algablan" userId="e8d9e4d9-6f25-472c-9315-01d09980dd71" providerId="ADAL" clId="{9AAC7DDA-9862-4F25-B568-460DED6EBA8A}" dt="2026-09-09T08:52:35.738" v="1593" actId="5793"/>
        <pc:sldMkLst>
          <pc:docMk/>
          <pc:sldMk cId="0" sldId="288"/>
        </pc:sldMkLst>
        <pc:spChg chg="mod">
          <ac:chgData name="abdulaziz saleh M algablan" userId="e8d9e4d9-6f25-472c-9315-01d09980dd71" providerId="ADAL" clId="{9AAC7DDA-9862-4F25-B568-460DED6EBA8A}" dt="2026-09-09T08:52:35.738" v="1593" actId="5793"/>
          <ac:spMkLst>
            <pc:docMk/>
            <pc:sldMk cId="0" sldId="288"/>
            <ac:spMk id="682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19:41.311" v="1416"/>
          <ac:spMkLst>
            <pc:docMk/>
            <pc:sldMk cId="0" sldId="288"/>
            <ac:spMk id="686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20:14.156" v="1417"/>
          <ac:spMkLst>
            <pc:docMk/>
            <pc:sldMk cId="0" sldId="288"/>
            <ac:spMk id="690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20:36.674" v="1418"/>
          <ac:spMkLst>
            <pc:docMk/>
            <pc:sldMk cId="0" sldId="288"/>
            <ac:spMk id="694" creationId="{00000000-0000-0000-0000-000000000000}"/>
          </ac:spMkLst>
        </pc:spChg>
      </pc:sldChg>
      <pc:sldChg chg="delSp modSp mod">
        <pc:chgData name="abdulaziz saleh M algablan" userId="e8d9e4d9-6f25-472c-9315-01d09980dd71" providerId="ADAL" clId="{9AAC7DDA-9862-4F25-B568-460DED6EBA8A}" dt="2026-09-09T08:32:01.044" v="1463"/>
        <pc:sldMkLst>
          <pc:docMk/>
          <pc:sldMk cId="0" sldId="296"/>
        </pc:sldMkLst>
        <pc:spChg chg="del">
          <ac:chgData name="abdulaziz saleh M algablan" userId="e8d9e4d9-6f25-472c-9315-01d09980dd71" providerId="ADAL" clId="{9AAC7DDA-9862-4F25-B568-460DED6EBA8A}" dt="2026-09-09T08:29:39.848" v="1459" actId="478"/>
          <ac:spMkLst>
            <pc:docMk/>
            <pc:sldMk cId="0" sldId="296"/>
            <ac:spMk id="869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9-09T08:32:01.044" v="1463"/>
          <ac:spMkLst>
            <pc:docMk/>
            <pc:sldMk cId="0" sldId="296"/>
            <ac:spMk id="870" creationId="{00000000-0000-0000-0000-000000000000}"/>
          </ac:spMkLst>
        </pc:spChg>
      </pc:sldChg>
      <pc:sldChg chg="addSp delSp modSp del mod">
        <pc:chgData name="abdulaziz saleh M algablan" userId="e8d9e4d9-6f25-472c-9315-01d09980dd71" providerId="ADAL" clId="{9AAC7DDA-9862-4F25-B568-460DED6EBA8A}" dt="2026-09-09T08:34:05.983" v="1479" actId="2696"/>
        <pc:sldMkLst>
          <pc:docMk/>
          <pc:sldMk cId="0" sldId="299"/>
        </pc:sldMkLst>
        <pc:picChg chg="add del mod">
          <ac:chgData name="abdulaziz saleh M algablan" userId="e8d9e4d9-6f25-472c-9315-01d09980dd71" providerId="ADAL" clId="{9AAC7DDA-9862-4F25-B568-460DED6EBA8A}" dt="2026-09-09T08:33:42.338" v="1468" actId="21"/>
          <ac:picMkLst>
            <pc:docMk/>
            <pc:sldMk cId="0" sldId="299"/>
            <ac:picMk id="2" creationId="{825F1405-CEF1-B6D8-5DD5-3999029EB844}"/>
          </ac:picMkLst>
        </pc:picChg>
      </pc:sldChg>
      <pc:sldChg chg="del setBg">
        <pc:chgData name="abdulaziz saleh M algablan" userId="e8d9e4d9-6f25-472c-9315-01d09980dd71" providerId="ADAL" clId="{9AAC7DDA-9862-4F25-B568-460DED6EBA8A}" dt="2026-09-09T08:30:56.013" v="1460" actId="2696"/>
        <pc:sldMkLst>
          <pc:docMk/>
          <pc:sldMk cId="0" sldId="302"/>
        </pc:sldMkLst>
      </pc:sldChg>
      <pc:sldChg chg="addSp delSp modSp add mod">
        <pc:chgData name="abdulaziz saleh M algablan" userId="e8d9e4d9-6f25-472c-9315-01d09980dd71" providerId="ADAL" clId="{9AAC7DDA-9862-4F25-B568-460DED6EBA8A}" dt="2026-09-09T08:39:19.917" v="1514" actId="108"/>
        <pc:sldMkLst>
          <pc:docMk/>
          <pc:sldMk cId="1446621591" sldId="303"/>
        </pc:sldMkLst>
        <pc:spChg chg="add del mod">
          <ac:chgData name="abdulaziz saleh M algablan" userId="e8d9e4d9-6f25-472c-9315-01d09980dd71" providerId="ADAL" clId="{9AAC7DDA-9862-4F25-B568-460DED6EBA8A}" dt="2026-09-09T08:36:25.890" v="1487" actId="478"/>
          <ac:spMkLst>
            <pc:docMk/>
            <pc:sldMk cId="1446621591" sldId="303"/>
            <ac:spMk id="2" creationId="{81C01373-5098-B007-C8B8-7AE7F414AC0D}"/>
          </ac:spMkLst>
        </pc:spChg>
        <pc:spChg chg="add del mod">
          <ac:chgData name="abdulaziz saleh M algablan" userId="e8d9e4d9-6f25-472c-9315-01d09980dd71" providerId="ADAL" clId="{9AAC7DDA-9862-4F25-B568-460DED6EBA8A}" dt="2026-09-09T08:36:38.578" v="1491" actId="478"/>
          <ac:spMkLst>
            <pc:docMk/>
            <pc:sldMk cId="1446621591" sldId="303"/>
            <ac:spMk id="3" creationId="{E8A59523-E9AB-471A-8358-A2EE8005764B}"/>
          </ac:spMkLst>
        </pc:spChg>
        <pc:spChg chg="add del mod">
          <ac:chgData name="abdulaziz saleh M algablan" userId="e8d9e4d9-6f25-472c-9315-01d09980dd71" providerId="ADAL" clId="{9AAC7DDA-9862-4F25-B568-460DED6EBA8A}" dt="2026-09-09T08:36:30.609" v="1489" actId="478"/>
          <ac:spMkLst>
            <pc:docMk/>
            <pc:sldMk cId="1446621591" sldId="303"/>
            <ac:spMk id="5" creationId="{D6B6B1A4-B5B4-15FD-8E7A-31CDB556B866}"/>
          </ac:spMkLst>
        </pc:spChg>
        <pc:spChg chg="add mod">
          <ac:chgData name="abdulaziz saleh M algablan" userId="e8d9e4d9-6f25-472c-9315-01d09980dd71" providerId="ADAL" clId="{9AAC7DDA-9862-4F25-B568-460DED6EBA8A}" dt="2026-09-09T08:39:19.917" v="1514" actId="108"/>
          <ac:spMkLst>
            <pc:docMk/>
            <pc:sldMk cId="1446621591" sldId="303"/>
            <ac:spMk id="7" creationId="{3F2FFB9A-4870-5A2C-CF2D-FC322241FF7F}"/>
          </ac:spMkLst>
        </pc:spChg>
        <pc:spChg chg="add del">
          <ac:chgData name="abdulaziz saleh M algablan" userId="e8d9e4d9-6f25-472c-9315-01d09980dd71" providerId="ADAL" clId="{9AAC7DDA-9862-4F25-B568-460DED6EBA8A}" dt="2026-09-09T07:52:46.794" v="1028" actId="22"/>
          <ac:spMkLst>
            <pc:docMk/>
            <pc:sldMk cId="1446621591" sldId="303"/>
            <ac:spMk id="9" creationId="{6B6E7463-DD17-D375-66CA-B45368523DD5}"/>
          </ac:spMkLst>
        </pc:spChg>
        <pc:spChg chg="add mod ord">
          <ac:chgData name="abdulaziz saleh M algablan" userId="e8d9e4d9-6f25-472c-9315-01d09980dd71" providerId="ADAL" clId="{9AAC7DDA-9862-4F25-B568-460DED6EBA8A}" dt="2026-09-09T08:38:29.310" v="1505" actId="207"/>
          <ac:spMkLst>
            <pc:docMk/>
            <pc:sldMk cId="1446621591" sldId="303"/>
            <ac:spMk id="11" creationId="{0733350A-1033-04E4-FA0B-1A43E2F352A3}"/>
          </ac:spMkLst>
        </pc:spChg>
        <pc:spChg chg="add mod ord">
          <ac:chgData name="abdulaziz saleh M algablan" userId="e8d9e4d9-6f25-472c-9315-01d09980dd71" providerId="ADAL" clId="{9AAC7DDA-9862-4F25-B568-460DED6EBA8A}" dt="2026-09-09T08:38:45.959" v="1507" actId="113"/>
          <ac:spMkLst>
            <pc:docMk/>
            <pc:sldMk cId="1446621591" sldId="303"/>
            <ac:spMk id="13" creationId="{1C31F93A-FFEF-8CAD-60C4-E39D40C91968}"/>
          </ac:spMkLst>
        </pc:spChg>
        <pc:spChg chg="add mod">
          <ac:chgData name="abdulaziz saleh M algablan" userId="e8d9e4d9-6f25-472c-9315-01d09980dd71" providerId="ADAL" clId="{9AAC7DDA-9862-4F25-B568-460DED6EBA8A}" dt="2026-09-09T07:58:41.048" v="1256" actId="1038"/>
          <ac:spMkLst>
            <pc:docMk/>
            <pc:sldMk cId="1446621591" sldId="303"/>
            <ac:spMk id="14" creationId="{DAD36C23-4349-02D7-A7AB-9242AC5218A3}"/>
          </ac:spMkLst>
        </pc:spChg>
        <pc:spChg chg="add mod">
          <ac:chgData name="abdulaziz saleh M algablan" userId="e8d9e4d9-6f25-472c-9315-01d09980dd71" providerId="ADAL" clId="{9AAC7DDA-9862-4F25-B568-460DED6EBA8A}" dt="2026-09-09T07:57:20.597" v="1178" actId="20577"/>
          <ac:spMkLst>
            <pc:docMk/>
            <pc:sldMk cId="1446621591" sldId="303"/>
            <ac:spMk id="16" creationId="{9BDE93E4-52BB-13A3-1EF7-E19D30027647}"/>
          </ac:spMkLst>
        </pc:spChg>
        <pc:spChg chg="add mod">
          <ac:chgData name="abdulaziz saleh M algablan" userId="e8d9e4d9-6f25-472c-9315-01d09980dd71" providerId="ADAL" clId="{9AAC7DDA-9862-4F25-B568-460DED6EBA8A}" dt="2026-09-09T08:36:15.562" v="1485" actId="1076"/>
          <ac:spMkLst>
            <pc:docMk/>
            <pc:sldMk cId="1446621591" sldId="303"/>
            <ac:spMk id="18" creationId="{8852DC78-A427-46DF-F158-C00652046B51}"/>
          </ac:spMkLst>
        </pc:spChg>
        <pc:spChg chg="add mod">
          <ac:chgData name="abdulaziz saleh M algablan" userId="e8d9e4d9-6f25-472c-9315-01d09980dd71" providerId="ADAL" clId="{9AAC7DDA-9862-4F25-B568-460DED6EBA8A}" dt="2026-09-09T07:58:03.631" v="1199" actId="1038"/>
          <ac:spMkLst>
            <pc:docMk/>
            <pc:sldMk cId="1446621591" sldId="303"/>
            <ac:spMk id="20" creationId="{08C1DBE3-9054-C62E-ED66-88418B399897}"/>
          </ac:spMkLst>
        </pc:spChg>
        <pc:spChg chg="mod">
          <ac:chgData name="abdulaziz saleh M algablan" userId="e8d9e4d9-6f25-472c-9315-01d09980dd71" providerId="ADAL" clId="{9AAC7DDA-9862-4F25-B568-460DED6EBA8A}" dt="2026-09-09T08:00:04.830" v="1287" actId="20577"/>
          <ac:spMkLst>
            <pc:docMk/>
            <pc:sldMk cId="1446621591" sldId="303"/>
            <ac:spMk id="541" creationId="{CB6AD54E-2F7F-9A91-A9CF-E557A4A79F02}"/>
          </ac:spMkLst>
        </pc:spChg>
        <pc:spChg chg="del mod">
          <ac:chgData name="abdulaziz saleh M algablan" userId="e8d9e4d9-6f25-472c-9315-01d09980dd71" providerId="ADAL" clId="{9AAC7DDA-9862-4F25-B568-460DED6EBA8A}" dt="2026-09-09T07:50:50.875" v="994" actId="478"/>
          <ac:spMkLst>
            <pc:docMk/>
            <pc:sldMk cId="1446621591" sldId="303"/>
            <ac:spMk id="542" creationId="{945D2BEB-0828-6053-9EED-3BFB73B64127}"/>
          </ac:spMkLst>
        </pc:spChg>
        <pc:spChg chg="del mod">
          <ac:chgData name="abdulaziz saleh M algablan" userId="e8d9e4d9-6f25-472c-9315-01d09980dd71" providerId="ADAL" clId="{9AAC7DDA-9862-4F25-B568-460DED6EBA8A}" dt="2026-09-09T07:50:49.559" v="993" actId="478"/>
          <ac:spMkLst>
            <pc:docMk/>
            <pc:sldMk cId="1446621591" sldId="303"/>
            <ac:spMk id="543" creationId="{3E8D9BB5-0D9D-C978-8DF7-F339B011F1C2}"/>
          </ac:spMkLst>
        </pc:spChg>
        <pc:spChg chg="mod">
          <ac:chgData name="abdulaziz saleh M algablan" userId="e8d9e4d9-6f25-472c-9315-01d09980dd71" providerId="ADAL" clId="{9AAC7DDA-9862-4F25-B568-460DED6EBA8A}" dt="2026-09-09T07:46:23.705" v="959" actId="1036"/>
          <ac:spMkLst>
            <pc:docMk/>
            <pc:sldMk cId="1446621591" sldId="303"/>
            <ac:spMk id="544" creationId="{57425697-DF6C-EF2C-04E0-018CDA87229B}"/>
          </ac:spMkLst>
        </pc:spChg>
        <pc:spChg chg="del">
          <ac:chgData name="abdulaziz saleh M algablan" userId="e8d9e4d9-6f25-472c-9315-01d09980dd71" providerId="ADAL" clId="{9AAC7DDA-9862-4F25-B568-460DED6EBA8A}" dt="2026-09-09T07:50:52.367" v="996" actId="478"/>
          <ac:spMkLst>
            <pc:docMk/>
            <pc:sldMk cId="1446621591" sldId="303"/>
            <ac:spMk id="545" creationId="{2189A916-59EC-7D05-0C75-6412CC562AFA}"/>
          </ac:spMkLst>
        </pc:spChg>
        <pc:spChg chg="del mod">
          <ac:chgData name="abdulaziz saleh M algablan" userId="e8d9e4d9-6f25-472c-9315-01d09980dd71" providerId="ADAL" clId="{9AAC7DDA-9862-4F25-B568-460DED6EBA8A}" dt="2026-09-09T07:50:51.667" v="995" actId="478"/>
          <ac:spMkLst>
            <pc:docMk/>
            <pc:sldMk cId="1446621591" sldId="303"/>
            <ac:spMk id="546" creationId="{0DA2C761-13B3-691A-1088-104A3386400C}"/>
          </ac:spMkLst>
        </pc:spChg>
        <pc:spChg chg="mod">
          <ac:chgData name="abdulaziz saleh M algablan" userId="e8d9e4d9-6f25-472c-9315-01d09980dd71" providerId="ADAL" clId="{9AAC7DDA-9862-4F25-B568-460DED6EBA8A}" dt="2026-09-09T07:46:23.705" v="959" actId="1036"/>
          <ac:spMkLst>
            <pc:docMk/>
            <pc:sldMk cId="1446621591" sldId="303"/>
            <ac:spMk id="547" creationId="{03538917-C9AB-24FF-9644-53A0D2625298}"/>
          </ac:spMkLst>
        </pc:spChg>
        <pc:spChg chg="del mod">
          <ac:chgData name="abdulaziz saleh M algablan" userId="e8d9e4d9-6f25-472c-9315-01d09980dd71" providerId="ADAL" clId="{9AAC7DDA-9862-4F25-B568-460DED6EBA8A}" dt="2026-09-09T07:50:53.971" v="998" actId="478"/>
          <ac:spMkLst>
            <pc:docMk/>
            <pc:sldMk cId="1446621591" sldId="303"/>
            <ac:spMk id="548" creationId="{181BF606-11ED-6029-CB29-3D0C8E123A78}"/>
          </ac:spMkLst>
        </pc:spChg>
        <pc:spChg chg="del mod">
          <ac:chgData name="abdulaziz saleh M algablan" userId="e8d9e4d9-6f25-472c-9315-01d09980dd71" providerId="ADAL" clId="{9AAC7DDA-9862-4F25-B568-460DED6EBA8A}" dt="2026-09-09T07:50:53.223" v="997" actId="478"/>
          <ac:spMkLst>
            <pc:docMk/>
            <pc:sldMk cId="1446621591" sldId="303"/>
            <ac:spMk id="549" creationId="{07A6BA13-3202-8030-B12F-B6DBD7E93883}"/>
          </ac:spMkLst>
        </pc:spChg>
        <pc:spChg chg="del mod">
          <ac:chgData name="abdulaziz saleh M algablan" userId="e8d9e4d9-6f25-472c-9315-01d09980dd71" providerId="ADAL" clId="{9AAC7DDA-9862-4F25-B568-460DED6EBA8A}" dt="2026-09-09T07:51:04.519" v="1003" actId="478"/>
          <ac:spMkLst>
            <pc:docMk/>
            <pc:sldMk cId="1446621591" sldId="303"/>
            <ac:spMk id="550" creationId="{EF2F97CD-D1DB-B411-3908-E82BBD97D4FC}"/>
          </ac:spMkLst>
        </pc:spChg>
        <pc:spChg chg="add del mod">
          <ac:chgData name="abdulaziz saleh M algablan" userId="e8d9e4d9-6f25-472c-9315-01d09980dd71" providerId="ADAL" clId="{9AAC7DDA-9862-4F25-B568-460DED6EBA8A}" dt="2026-09-09T08:39:03.410" v="1509" actId="207"/>
          <ac:spMkLst>
            <pc:docMk/>
            <pc:sldMk cId="1446621591" sldId="303"/>
            <ac:spMk id="551" creationId="{E1569C6D-7451-9FF9-7D89-CC5758F60C68}"/>
          </ac:spMkLst>
        </pc:spChg>
        <pc:spChg chg="del mod">
          <ac:chgData name="abdulaziz saleh M algablan" userId="e8d9e4d9-6f25-472c-9315-01d09980dd71" providerId="ADAL" clId="{9AAC7DDA-9862-4F25-B568-460DED6EBA8A}" dt="2026-09-09T07:50:54.762" v="999" actId="478"/>
          <ac:spMkLst>
            <pc:docMk/>
            <pc:sldMk cId="1446621591" sldId="303"/>
            <ac:spMk id="552" creationId="{BC327B15-3A99-1ADE-7F19-3DF4E57F86E5}"/>
          </ac:spMkLst>
        </pc:spChg>
        <pc:spChg chg="del mod">
          <ac:chgData name="abdulaziz saleh M algablan" userId="e8d9e4d9-6f25-472c-9315-01d09980dd71" providerId="ADAL" clId="{9AAC7DDA-9862-4F25-B568-460DED6EBA8A}" dt="2026-09-09T07:45:49.057" v="821" actId="478"/>
          <ac:spMkLst>
            <pc:docMk/>
            <pc:sldMk cId="1446621591" sldId="303"/>
            <ac:spMk id="553" creationId="{8F5ABCA1-C68B-D8DF-4281-B539ADDAB37F}"/>
          </ac:spMkLst>
        </pc:spChg>
      </pc:sldChg>
      <pc:sldChg chg="delSp modSp add mod">
        <pc:chgData name="abdulaziz saleh M algablan" userId="e8d9e4d9-6f25-472c-9315-01d09980dd71" providerId="ADAL" clId="{9AAC7DDA-9862-4F25-B568-460DED6EBA8A}" dt="2026-09-09T08:09:56.427" v="1356" actId="14100"/>
        <pc:sldMkLst>
          <pc:docMk/>
          <pc:sldMk cId="768653812" sldId="304"/>
        </pc:sldMkLst>
        <pc:spChg chg="mod">
          <ac:chgData name="abdulaziz saleh M algablan" userId="e8d9e4d9-6f25-472c-9315-01d09980dd71" providerId="ADAL" clId="{9AAC7DDA-9862-4F25-B568-460DED6EBA8A}" dt="2026-09-09T08:09:56.427" v="1356" actId="14100"/>
          <ac:spMkLst>
            <pc:docMk/>
            <pc:sldMk cId="768653812" sldId="304"/>
            <ac:spMk id="562" creationId="{694A179A-0A39-9B01-F694-46E4AB7EEDE8}"/>
          </ac:spMkLst>
        </pc:spChg>
        <pc:spChg chg="del">
          <ac:chgData name="abdulaziz saleh M algablan" userId="e8d9e4d9-6f25-472c-9315-01d09980dd71" providerId="ADAL" clId="{9AAC7DDA-9862-4F25-B568-460DED6EBA8A}" dt="2026-09-09T08:06:03.008" v="1316" actId="478"/>
          <ac:spMkLst>
            <pc:docMk/>
            <pc:sldMk cId="768653812" sldId="304"/>
            <ac:spMk id="563" creationId="{993E0111-982A-6371-2B7C-D723DEEFDE11}"/>
          </ac:spMkLst>
        </pc:spChg>
        <pc:spChg chg="del mod">
          <ac:chgData name="abdulaziz saleh M algablan" userId="e8d9e4d9-6f25-472c-9315-01d09980dd71" providerId="ADAL" clId="{9AAC7DDA-9862-4F25-B568-460DED6EBA8A}" dt="2026-09-09T08:09:25.321" v="1347" actId="478"/>
          <ac:spMkLst>
            <pc:docMk/>
            <pc:sldMk cId="768653812" sldId="304"/>
            <ac:spMk id="565" creationId="{9018AE36-1B4D-F2B3-5875-385B250FDD80}"/>
          </ac:spMkLst>
        </pc:spChg>
      </pc:sldChg>
      <pc:sldChg chg="add del setBg">
        <pc:chgData name="abdulaziz saleh M algablan" userId="e8d9e4d9-6f25-472c-9315-01d09980dd71" providerId="ADAL" clId="{9AAC7DDA-9862-4F25-B568-460DED6EBA8A}" dt="2026-09-09T08:13:38.005" v="1369" actId="2696"/>
        <pc:sldMkLst>
          <pc:docMk/>
          <pc:sldMk cId="3302489768" sldId="305"/>
        </pc:sldMkLst>
      </pc:sldChg>
      <pc:sldChg chg="addSp delSp modSp add mod">
        <pc:chgData name="abdulaziz saleh M algablan" userId="e8d9e4d9-6f25-472c-9315-01d09980dd71" providerId="ADAL" clId="{9AAC7DDA-9862-4F25-B568-460DED6EBA8A}" dt="2026-09-09T08:26:55.883" v="1458" actId="113"/>
        <pc:sldMkLst>
          <pc:docMk/>
          <pc:sldMk cId="3922496973" sldId="305"/>
        </pc:sldMkLst>
        <pc:spChg chg="del mod">
          <ac:chgData name="abdulaziz saleh M algablan" userId="e8d9e4d9-6f25-472c-9315-01d09980dd71" providerId="ADAL" clId="{9AAC7DDA-9862-4F25-B568-460DED6EBA8A}" dt="2026-09-09T08:24:16.204" v="1436" actId="478"/>
          <ac:spMkLst>
            <pc:docMk/>
            <pc:sldMk cId="3922496973" sldId="305"/>
            <ac:spMk id="679" creationId="{DC7C25F5-52C2-C7F6-A088-0A0948364371}"/>
          </ac:spMkLst>
        </pc:spChg>
        <pc:spChg chg="del">
          <ac:chgData name="abdulaziz saleh M algablan" userId="e8d9e4d9-6f25-472c-9315-01d09980dd71" providerId="ADAL" clId="{9AAC7DDA-9862-4F25-B568-460DED6EBA8A}" dt="2026-09-09T08:24:13.436" v="1434" actId="478"/>
          <ac:spMkLst>
            <pc:docMk/>
            <pc:sldMk cId="3922496973" sldId="305"/>
            <ac:spMk id="680" creationId="{47227DD0-AA72-2467-9F8C-52D04A630B00}"/>
          </ac:spMkLst>
        </pc:spChg>
        <pc:spChg chg="del mod">
          <ac:chgData name="abdulaziz saleh M algablan" userId="e8d9e4d9-6f25-472c-9315-01d09980dd71" providerId="ADAL" clId="{9AAC7DDA-9862-4F25-B568-460DED6EBA8A}" dt="2026-09-09T08:23:56.989" v="1429" actId="478"/>
          <ac:spMkLst>
            <pc:docMk/>
            <pc:sldMk cId="3922496973" sldId="305"/>
            <ac:spMk id="681" creationId="{454A6004-D630-A933-C302-B43A3DA0C5F1}"/>
          </ac:spMkLst>
        </pc:spChg>
        <pc:spChg chg="del mod">
          <ac:chgData name="abdulaziz saleh M algablan" userId="e8d9e4d9-6f25-472c-9315-01d09980dd71" providerId="ADAL" clId="{9AAC7DDA-9862-4F25-B568-460DED6EBA8A}" dt="2026-09-09T08:23:59.169" v="1431" actId="478"/>
          <ac:spMkLst>
            <pc:docMk/>
            <pc:sldMk cId="3922496973" sldId="305"/>
            <ac:spMk id="682" creationId="{E8A02234-1822-3389-F394-BA530513875D}"/>
          </ac:spMkLst>
        </pc:spChg>
        <pc:spChg chg="del">
          <ac:chgData name="abdulaziz saleh M algablan" userId="e8d9e4d9-6f25-472c-9315-01d09980dd71" providerId="ADAL" clId="{9AAC7DDA-9862-4F25-B568-460DED6EBA8A}" dt="2026-09-09T08:23:47.115" v="1421" actId="478"/>
          <ac:spMkLst>
            <pc:docMk/>
            <pc:sldMk cId="3922496973" sldId="305"/>
            <ac:spMk id="683" creationId="{47F1593F-4B62-08D3-D49A-E27E9731668C}"/>
          </ac:spMkLst>
        </pc:spChg>
        <pc:spChg chg="del">
          <ac:chgData name="abdulaziz saleh M algablan" userId="e8d9e4d9-6f25-472c-9315-01d09980dd71" providerId="ADAL" clId="{9AAC7DDA-9862-4F25-B568-460DED6EBA8A}" dt="2026-09-09T08:23:47.115" v="1421" actId="478"/>
          <ac:spMkLst>
            <pc:docMk/>
            <pc:sldMk cId="3922496973" sldId="305"/>
            <ac:spMk id="684" creationId="{A1856EE4-743B-FDFD-15B8-62779BB22FC0}"/>
          </ac:spMkLst>
        </pc:spChg>
        <pc:spChg chg="del">
          <ac:chgData name="abdulaziz saleh M algablan" userId="e8d9e4d9-6f25-472c-9315-01d09980dd71" providerId="ADAL" clId="{9AAC7DDA-9862-4F25-B568-460DED6EBA8A}" dt="2026-09-09T08:23:47.115" v="1421" actId="478"/>
          <ac:spMkLst>
            <pc:docMk/>
            <pc:sldMk cId="3922496973" sldId="305"/>
            <ac:spMk id="685" creationId="{EBA95F84-8D5A-9B1F-8F4D-8FD43B699684}"/>
          </ac:spMkLst>
        </pc:spChg>
        <pc:spChg chg="del">
          <ac:chgData name="abdulaziz saleh M algablan" userId="e8d9e4d9-6f25-472c-9315-01d09980dd71" providerId="ADAL" clId="{9AAC7DDA-9862-4F25-B568-460DED6EBA8A}" dt="2026-09-09T08:23:43.345" v="1420" actId="478"/>
          <ac:spMkLst>
            <pc:docMk/>
            <pc:sldMk cId="3922496973" sldId="305"/>
            <ac:spMk id="686" creationId="{FC7BF011-3797-8C0F-DDEB-FB1DD6F40C48}"/>
          </ac:spMkLst>
        </pc:spChg>
        <pc:spChg chg="del">
          <ac:chgData name="abdulaziz saleh M algablan" userId="e8d9e4d9-6f25-472c-9315-01d09980dd71" providerId="ADAL" clId="{9AAC7DDA-9862-4F25-B568-460DED6EBA8A}" dt="2026-09-09T08:23:47.115" v="1421" actId="478"/>
          <ac:spMkLst>
            <pc:docMk/>
            <pc:sldMk cId="3922496973" sldId="305"/>
            <ac:spMk id="687" creationId="{AD56F07D-4941-5AE8-0CC9-46CCB2A095EE}"/>
          </ac:spMkLst>
        </pc:spChg>
        <pc:spChg chg="del">
          <ac:chgData name="abdulaziz saleh M algablan" userId="e8d9e4d9-6f25-472c-9315-01d09980dd71" providerId="ADAL" clId="{9AAC7DDA-9862-4F25-B568-460DED6EBA8A}" dt="2026-09-09T08:23:47.115" v="1421" actId="478"/>
          <ac:spMkLst>
            <pc:docMk/>
            <pc:sldMk cId="3922496973" sldId="305"/>
            <ac:spMk id="688" creationId="{98199C9E-3BEF-D9E7-2A50-8FB0CBE8E5B7}"/>
          </ac:spMkLst>
        </pc:spChg>
        <pc:spChg chg="del">
          <ac:chgData name="abdulaziz saleh M algablan" userId="e8d9e4d9-6f25-472c-9315-01d09980dd71" providerId="ADAL" clId="{9AAC7DDA-9862-4F25-B568-460DED6EBA8A}" dt="2026-09-09T08:23:47.115" v="1421" actId="478"/>
          <ac:spMkLst>
            <pc:docMk/>
            <pc:sldMk cId="3922496973" sldId="305"/>
            <ac:spMk id="689" creationId="{B816E357-607F-98D7-C64D-0B2436F8ECD7}"/>
          </ac:spMkLst>
        </pc:spChg>
        <pc:spChg chg="del">
          <ac:chgData name="abdulaziz saleh M algablan" userId="e8d9e4d9-6f25-472c-9315-01d09980dd71" providerId="ADAL" clId="{9AAC7DDA-9862-4F25-B568-460DED6EBA8A}" dt="2026-09-09T08:23:43.345" v="1420" actId="478"/>
          <ac:spMkLst>
            <pc:docMk/>
            <pc:sldMk cId="3922496973" sldId="305"/>
            <ac:spMk id="690" creationId="{AE724A5A-5337-C18A-4129-D6DE614FE565}"/>
          </ac:spMkLst>
        </pc:spChg>
        <pc:spChg chg="del">
          <ac:chgData name="abdulaziz saleh M algablan" userId="e8d9e4d9-6f25-472c-9315-01d09980dd71" providerId="ADAL" clId="{9AAC7DDA-9862-4F25-B568-460DED6EBA8A}" dt="2026-09-09T08:23:50.516" v="1425" actId="478"/>
          <ac:spMkLst>
            <pc:docMk/>
            <pc:sldMk cId="3922496973" sldId="305"/>
            <ac:spMk id="691" creationId="{7E21FB20-C1F8-EC30-6208-0967CEFF2013}"/>
          </ac:spMkLst>
        </pc:spChg>
        <pc:spChg chg="del">
          <ac:chgData name="abdulaziz saleh M algablan" userId="e8d9e4d9-6f25-472c-9315-01d09980dd71" providerId="ADAL" clId="{9AAC7DDA-9862-4F25-B568-460DED6EBA8A}" dt="2026-09-09T08:23:52.797" v="1427" actId="478"/>
          <ac:spMkLst>
            <pc:docMk/>
            <pc:sldMk cId="3922496973" sldId="305"/>
            <ac:spMk id="692" creationId="{D5AD9F75-2801-C222-3E30-4DFBF10A9E29}"/>
          </ac:spMkLst>
        </pc:spChg>
        <pc:spChg chg="del mod">
          <ac:chgData name="abdulaziz saleh M algablan" userId="e8d9e4d9-6f25-472c-9315-01d09980dd71" providerId="ADAL" clId="{9AAC7DDA-9862-4F25-B568-460DED6EBA8A}" dt="2026-09-09T08:23:51.691" v="1426" actId="478"/>
          <ac:spMkLst>
            <pc:docMk/>
            <pc:sldMk cId="3922496973" sldId="305"/>
            <ac:spMk id="693" creationId="{977E860A-BD9D-978B-35E4-CB6DD92E46D0}"/>
          </ac:spMkLst>
        </pc:spChg>
        <pc:spChg chg="del mod">
          <ac:chgData name="abdulaziz saleh M algablan" userId="e8d9e4d9-6f25-472c-9315-01d09980dd71" providerId="ADAL" clId="{9AAC7DDA-9862-4F25-B568-460DED6EBA8A}" dt="2026-09-09T08:23:49.945" v="1424" actId="478"/>
          <ac:spMkLst>
            <pc:docMk/>
            <pc:sldMk cId="3922496973" sldId="305"/>
            <ac:spMk id="694" creationId="{523E2D31-B311-9F38-6002-76D022E5F6BC}"/>
          </ac:spMkLst>
        </pc:spChg>
        <pc:graphicFrameChg chg="add mod modGraphic">
          <ac:chgData name="abdulaziz saleh M algablan" userId="e8d9e4d9-6f25-472c-9315-01d09980dd71" providerId="ADAL" clId="{9AAC7DDA-9862-4F25-B568-460DED6EBA8A}" dt="2026-09-09T08:26:55.883" v="1458" actId="113"/>
          <ac:graphicFrameMkLst>
            <pc:docMk/>
            <pc:sldMk cId="3922496973" sldId="305"/>
            <ac:graphicFrameMk id="2" creationId="{B5074984-D1BB-263A-DB98-2CFFCD34285A}"/>
          </ac:graphicFrameMkLst>
        </pc:graphicFrameChg>
      </pc:sldChg>
      <pc:sldChg chg="addSp delSp modSp add mod">
        <pc:chgData name="abdulaziz saleh M algablan" userId="e8d9e4d9-6f25-472c-9315-01d09980dd71" providerId="ADAL" clId="{9AAC7DDA-9862-4F25-B568-460DED6EBA8A}" dt="2026-09-09T08:34:02.163" v="1478" actId="1076"/>
        <pc:sldMkLst>
          <pc:docMk/>
          <pc:sldMk cId="1194553544" sldId="306"/>
        </pc:sldMkLst>
        <pc:spChg chg="del">
          <ac:chgData name="abdulaziz saleh M algablan" userId="e8d9e4d9-6f25-472c-9315-01d09980dd71" providerId="ADAL" clId="{9AAC7DDA-9862-4F25-B568-460DED6EBA8A}" dt="2026-09-09T08:33:54.742" v="1471" actId="478"/>
          <ac:spMkLst>
            <pc:docMk/>
            <pc:sldMk cId="1194553544" sldId="306"/>
            <ac:spMk id="897" creationId="{CF5D2F34-F461-28A0-9613-8641928953AC}"/>
          </ac:spMkLst>
        </pc:spChg>
        <pc:spChg chg="del">
          <ac:chgData name="abdulaziz saleh M algablan" userId="e8d9e4d9-6f25-472c-9315-01d09980dd71" providerId="ADAL" clId="{9AAC7DDA-9862-4F25-B568-460DED6EBA8A}" dt="2026-09-09T08:33:51.955" v="1470" actId="478"/>
          <ac:spMkLst>
            <pc:docMk/>
            <pc:sldMk cId="1194553544" sldId="306"/>
            <ac:spMk id="899" creationId="{F28A1DA5-09B1-C855-7DE5-C9AD1A08C94D}"/>
          </ac:spMkLst>
        </pc:spChg>
        <pc:spChg chg="del">
          <ac:chgData name="abdulaziz saleh M algablan" userId="e8d9e4d9-6f25-472c-9315-01d09980dd71" providerId="ADAL" clId="{9AAC7DDA-9862-4F25-B568-460DED6EBA8A}" dt="2026-09-09T08:33:51.955" v="1470" actId="478"/>
          <ac:spMkLst>
            <pc:docMk/>
            <pc:sldMk cId="1194553544" sldId="306"/>
            <ac:spMk id="900" creationId="{27B5B1FD-4E81-E9A2-BEB8-77B5F1B420AA}"/>
          </ac:spMkLst>
        </pc:spChg>
        <pc:spChg chg="del">
          <ac:chgData name="abdulaziz saleh M algablan" userId="e8d9e4d9-6f25-472c-9315-01d09980dd71" providerId="ADAL" clId="{9AAC7DDA-9862-4F25-B568-460DED6EBA8A}" dt="2026-09-09T08:33:51.955" v="1470" actId="478"/>
          <ac:spMkLst>
            <pc:docMk/>
            <pc:sldMk cId="1194553544" sldId="306"/>
            <ac:spMk id="902" creationId="{2A7A4F63-C399-2DF2-DE69-2E4B6AFCC241}"/>
          </ac:spMkLst>
        </pc:spChg>
        <pc:spChg chg="del">
          <ac:chgData name="abdulaziz saleh M algablan" userId="e8d9e4d9-6f25-472c-9315-01d09980dd71" providerId="ADAL" clId="{9AAC7DDA-9862-4F25-B568-460DED6EBA8A}" dt="2026-09-09T08:33:51.955" v="1470" actId="478"/>
          <ac:spMkLst>
            <pc:docMk/>
            <pc:sldMk cId="1194553544" sldId="306"/>
            <ac:spMk id="903" creationId="{D04D8918-58FE-26B5-7021-0DF86C2EB4B3}"/>
          </ac:spMkLst>
        </pc:spChg>
        <pc:spChg chg="del">
          <ac:chgData name="abdulaziz saleh M algablan" userId="e8d9e4d9-6f25-472c-9315-01d09980dd71" providerId="ADAL" clId="{9AAC7DDA-9862-4F25-B568-460DED6EBA8A}" dt="2026-09-09T08:33:51.955" v="1470" actId="478"/>
          <ac:spMkLst>
            <pc:docMk/>
            <pc:sldMk cId="1194553544" sldId="306"/>
            <ac:spMk id="905" creationId="{F1430359-A528-1C1B-7ABF-3FB86045DE3F}"/>
          </ac:spMkLst>
        </pc:spChg>
        <pc:spChg chg="del">
          <ac:chgData name="abdulaziz saleh M algablan" userId="e8d9e4d9-6f25-472c-9315-01d09980dd71" providerId="ADAL" clId="{9AAC7DDA-9862-4F25-B568-460DED6EBA8A}" dt="2026-09-09T08:33:51.955" v="1470" actId="478"/>
          <ac:spMkLst>
            <pc:docMk/>
            <pc:sldMk cId="1194553544" sldId="306"/>
            <ac:spMk id="906" creationId="{5FAD92E5-B3DF-E6BD-1281-78E5EE327503}"/>
          </ac:spMkLst>
        </pc:spChg>
        <pc:spChg chg="del">
          <ac:chgData name="abdulaziz saleh M algablan" userId="e8d9e4d9-6f25-472c-9315-01d09980dd71" providerId="ADAL" clId="{9AAC7DDA-9862-4F25-B568-460DED6EBA8A}" dt="2026-09-09T08:33:51.955" v="1470" actId="478"/>
          <ac:spMkLst>
            <pc:docMk/>
            <pc:sldMk cId="1194553544" sldId="306"/>
            <ac:spMk id="908" creationId="{EE696A18-E1A4-8B84-5CAD-F335215959B8}"/>
          </ac:spMkLst>
        </pc:spChg>
        <pc:spChg chg="del">
          <ac:chgData name="abdulaziz saleh M algablan" userId="e8d9e4d9-6f25-472c-9315-01d09980dd71" providerId="ADAL" clId="{9AAC7DDA-9862-4F25-B568-460DED6EBA8A}" dt="2026-09-09T08:33:51.955" v="1470" actId="478"/>
          <ac:spMkLst>
            <pc:docMk/>
            <pc:sldMk cId="1194553544" sldId="306"/>
            <ac:spMk id="909" creationId="{91333B26-92D8-5DE4-0AD2-A1878D36448D}"/>
          </ac:spMkLst>
        </pc:spChg>
        <pc:spChg chg="del">
          <ac:chgData name="abdulaziz saleh M algablan" userId="e8d9e4d9-6f25-472c-9315-01d09980dd71" providerId="ADAL" clId="{9AAC7DDA-9862-4F25-B568-460DED6EBA8A}" dt="2026-09-09T08:33:51.955" v="1470" actId="478"/>
          <ac:spMkLst>
            <pc:docMk/>
            <pc:sldMk cId="1194553544" sldId="306"/>
            <ac:spMk id="910" creationId="{A0753FCE-38E3-4D24-8FA5-3CCBB2F85AAD}"/>
          </ac:spMkLst>
        </pc:spChg>
        <pc:spChg chg="del">
          <ac:chgData name="abdulaziz saleh M algablan" userId="e8d9e4d9-6f25-472c-9315-01d09980dd71" providerId="ADAL" clId="{9AAC7DDA-9862-4F25-B568-460DED6EBA8A}" dt="2026-09-09T08:33:51.955" v="1470" actId="478"/>
          <ac:spMkLst>
            <pc:docMk/>
            <pc:sldMk cId="1194553544" sldId="306"/>
            <ac:spMk id="911" creationId="{714B2856-73F7-0EC7-2BEB-BAA7C47295D9}"/>
          </ac:spMkLst>
        </pc:spChg>
        <pc:spChg chg="del">
          <ac:chgData name="abdulaziz saleh M algablan" userId="e8d9e4d9-6f25-472c-9315-01d09980dd71" providerId="ADAL" clId="{9AAC7DDA-9862-4F25-B568-460DED6EBA8A}" dt="2026-09-09T08:33:57.088" v="1475" actId="478"/>
          <ac:spMkLst>
            <pc:docMk/>
            <pc:sldMk cId="1194553544" sldId="306"/>
            <ac:spMk id="913" creationId="{71D9BC71-EDB9-34A2-8B78-019981AE1DFC}"/>
          </ac:spMkLst>
        </pc:spChg>
        <pc:spChg chg="del">
          <ac:chgData name="abdulaziz saleh M algablan" userId="e8d9e4d9-6f25-472c-9315-01d09980dd71" providerId="ADAL" clId="{9AAC7DDA-9862-4F25-B568-460DED6EBA8A}" dt="2026-09-09T08:33:56.719" v="1474" actId="478"/>
          <ac:spMkLst>
            <pc:docMk/>
            <pc:sldMk cId="1194553544" sldId="306"/>
            <ac:spMk id="914" creationId="{42A2C471-F5BE-BE43-856C-E84D42E37EF6}"/>
          </ac:spMkLst>
        </pc:spChg>
        <pc:spChg chg="del">
          <ac:chgData name="abdulaziz saleh M algablan" userId="e8d9e4d9-6f25-472c-9315-01d09980dd71" providerId="ADAL" clId="{9AAC7DDA-9862-4F25-B568-460DED6EBA8A}" dt="2026-09-09T08:33:55.646" v="1472" actId="478"/>
          <ac:spMkLst>
            <pc:docMk/>
            <pc:sldMk cId="1194553544" sldId="306"/>
            <ac:spMk id="915" creationId="{CE0A3DA9-DCC8-95F2-12EF-4DE67AF1D939}"/>
          </ac:spMkLst>
        </pc:spChg>
        <pc:spChg chg="del">
          <ac:chgData name="abdulaziz saleh M algablan" userId="e8d9e4d9-6f25-472c-9315-01d09980dd71" providerId="ADAL" clId="{9AAC7DDA-9862-4F25-B568-460DED6EBA8A}" dt="2026-09-09T08:33:56.161" v="1473" actId="478"/>
          <ac:spMkLst>
            <pc:docMk/>
            <pc:sldMk cId="1194553544" sldId="306"/>
            <ac:spMk id="916" creationId="{9E1FFC27-54EC-9546-C7E7-DAD9B226EC39}"/>
          </ac:spMkLst>
        </pc:spChg>
        <pc:picChg chg="add mod">
          <ac:chgData name="abdulaziz saleh M algablan" userId="e8d9e4d9-6f25-472c-9315-01d09980dd71" providerId="ADAL" clId="{9AAC7DDA-9862-4F25-B568-460DED6EBA8A}" dt="2026-09-09T08:34:02.163" v="1478" actId="1076"/>
          <ac:picMkLst>
            <pc:docMk/>
            <pc:sldMk cId="1194553544" sldId="306"/>
            <ac:picMk id="3" creationId="{F5C3CDDD-3034-7486-6F68-1625A9CE6164}"/>
          </ac:picMkLst>
        </pc:picChg>
      </pc:sldChg>
      <pc:sldMasterChg chg="setBg modSldLayout">
        <pc:chgData name="abdulaziz saleh M algablan" userId="e8d9e4d9-6f25-472c-9315-01d09980dd71" providerId="ADAL" clId="{9AAC7DDA-9862-4F25-B568-460DED6EBA8A}" dt="2026-09-09T08:12:05.931" v="1358"/>
        <pc:sldMasterMkLst>
          <pc:docMk/>
          <pc:sldMasterMk cId="0" sldId="2147483650"/>
        </pc:sldMasterMkLst>
        <pc:sldLayoutChg chg="setBg">
          <pc:chgData name="abdulaziz saleh M algablan" userId="e8d9e4d9-6f25-472c-9315-01d09980dd71" providerId="ADAL" clId="{9AAC7DDA-9862-4F25-B568-460DED6EBA8A}" dt="2026-09-09T08:12:05.931" v="1358"/>
          <pc:sldLayoutMkLst>
            <pc:docMk/>
            <pc:sldMasterMk cId="0" sldId="2147483650"/>
            <pc:sldLayoutMk cId="0" sldId="2147483648"/>
          </pc:sldLayoutMkLst>
        </pc:sldLayoutChg>
        <pc:sldLayoutChg chg="setBg">
          <pc:chgData name="abdulaziz saleh M algablan" userId="e8d9e4d9-6f25-472c-9315-01d09980dd71" providerId="ADAL" clId="{9AAC7DDA-9862-4F25-B568-460DED6EBA8A}" dt="2026-09-09T08:12:05.931" v="1358"/>
          <pc:sldLayoutMkLst>
            <pc:docMk/>
            <pc:sldMasterMk cId="0" sldId="2147483650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" name="Google Shape;46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>
          <a:extLst>
            <a:ext uri="{FF2B5EF4-FFF2-40B4-BE49-F238E27FC236}">
              <a16:creationId xmlns:a16="http://schemas.microsoft.com/office/drawing/2014/main" id="{CBEDC4F9-4E84-FFBF-203C-75D6CDB2D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7:notes">
            <a:extLst>
              <a:ext uri="{FF2B5EF4-FFF2-40B4-BE49-F238E27FC236}">
                <a16:creationId xmlns:a16="http://schemas.microsoft.com/office/drawing/2014/main" id="{666C81E5-8D10-5ED8-0D2A-7F225E60D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27:notes">
            <a:extLst>
              <a:ext uri="{FF2B5EF4-FFF2-40B4-BE49-F238E27FC236}">
                <a16:creationId xmlns:a16="http://schemas.microsoft.com/office/drawing/2014/main" id="{2D615FBF-1D08-82EB-5ECC-1E3451835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7:notes">
            <a:extLst>
              <a:ext uri="{FF2B5EF4-FFF2-40B4-BE49-F238E27FC236}">
                <a16:creationId xmlns:a16="http://schemas.microsoft.com/office/drawing/2014/main" id="{6DA52455-8075-012C-4DC3-CC3A63E80E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62302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96C44466-4F94-1309-FB42-34304CE7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8:notes">
            <a:extLst>
              <a:ext uri="{FF2B5EF4-FFF2-40B4-BE49-F238E27FC236}">
                <a16:creationId xmlns:a16="http://schemas.microsoft.com/office/drawing/2014/main" id="{0C9FDA79-5BFC-7626-FAF7-F064A763C1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p28:notes">
            <a:extLst>
              <a:ext uri="{FF2B5EF4-FFF2-40B4-BE49-F238E27FC236}">
                <a16:creationId xmlns:a16="http://schemas.microsoft.com/office/drawing/2014/main" id="{C85A5889-0B7A-566F-4931-6E330C9CD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8:notes">
            <a:extLst>
              <a:ext uri="{FF2B5EF4-FFF2-40B4-BE49-F238E27FC236}">
                <a16:creationId xmlns:a16="http://schemas.microsoft.com/office/drawing/2014/main" id="{86954258-179A-2DD1-4F8F-C00CD24EC0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95073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" name="Google Shape;59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3" name="Google Shape;61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2" name="Google Shape;64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4" name="Google Shape;67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>
          <a:extLst>
            <a:ext uri="{FF2B5EF4-FFF2-40B4-BE49-F238E27FC236}">
              <a16:creationId xmlns:a16="http://schemas.microsoft.com/office/drawing/2014/main" id="{0A2D7229-5F41-9817-7492-8D78006AE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3:notes">
            <a:extLst>
              <a:ext uri="{FF2B5EF4-FFF2-40B4-BE49-F238E27FC236}">
                <a16:creationId xmlns:a16="http://schemas.microsoft.com/office/drawing/2014/main" id="{9D4573CF-B357-7098-13F5-64C0573368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4" name="Google Shape;674;p33:notes">
            <a:extLst>
              <a:ext uri="{FF2B5EF4-FFF2-40B4-BE49-F238E27FC236}">
                <a16:creationId xmlns:a16="http://schemas.microsoft.com/office/drawing/2014/main" id="{A87CE847-F221-4020-A4DA-BB1417F9C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3:notes">
            <a:extLst>
              <a:ext uri="{FF2B5EF4-FFF2-40B4-BE49-F238E27FC236}">
                <a16:creationId xmlns:a16="http://schemas.microsoft.com/office/drawing/2014/main" id="{BF2B6604-74C6-F739-D73A-792B4BA2BD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12311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8" name="Google Shape;69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9" name="Google Shape;719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9" name="Google Shape;73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3" name="Google Shape;773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9" name="Google Shape;819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2" name="Google Shape;842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2" name="Google Shape;862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6" name="Google Shape;87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2" name="Google Shape;89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>
          <a:extLst>
            <a:ext uri="{FF2B5EF4-FFF2-40B4-BE49-F238E27FC236}">
              <a16:creationId xmlns:a16="http://schemas.microsoft.com/office/drawing/2014/main" id="{C6625A21-BE02-DEC7-8E16-DEB0F1E96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3:notes">
            <a:extLst>
              <a:ext uri="{FF2B5EF4-FFF2-40B4-BE49-F238E27FC236}">
                <a16:creationId xmlns:a16="http://schemas.microsoft.com/office/drawing/2014/main" id="{32992A66-7B60-A14F-4D8E-D9F6FADC9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2" name="Google Shape;892;p43:notes">
            <a:extLst>
              <a:ext uri="{FF2B5EF4-FFF2-40B4-BE49-F238E27FC236}">
                <a16:creationId xmlns:a16="http://schemas.microsoft.com/office/drawing/2014/main" id="{E2F6C659-E318-AC1B-3D3F-72C6A8E47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43:notes">
            <a:extLst>
              <a:ext uri="{FF2B5EF4-FFF2-40B4-BE49-F238E27FC236}">
                <a16:creationId xmlns:a16="http://schemas.microsoft.com/office/drawing/2014/main" id="{7E74D17B-AE4A-AD1F-DB15-3E2F7B17B5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522931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8" name="Google Shape;938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_MASTER">
  <p:cSld name="LIGHT_MAST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penclipart.org/detail/195124/vine-1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TycLR0TqFA&amp;t=5s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822960" y="278892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Modern Systems Analysis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and Design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822960" y="44348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Sixth Edition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4"/>
          <p:cNvCxnSpPr/>
          <p:nvPr/>
        </p:nvCxnSpPr>
        <p:spPr>
          <a:xfrm>
            <a:off x="868680" y="5029200"/>
            <a:ext cx="1280160" cy="0"/>
          </a:xfrm>
          <a:prstGeom prst="straightConnector1">
            <a:avLst/>
          </a:prstGeom>
          <a:noFill/>
          <a:ln w="38100" cap="flat" cmpd="sng">
            <a:solidFill>
              <a:srgbClr val="00B39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/>
          <p:nvPr/>
        </p:nvSpPr>
        <p:spPr>
          <a:xfrm>
            <a:off x="822960" y="51663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Hoffer  ·  George  ·  Valacich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5394960" y="1417320"/>
            <a:ext cx="1417320" cy="14173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5394960" y="1417320"/>
            <a:ext cx="14173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9"/>
              <a:buFont typeface="Calibri"/>
              <a:buNone/>
            </a:pPr>
            <a:r>
              <a:rPr lang="en-US" sz="341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4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 txBox="1"/>
          <p:nvPr/>
        </p:nvSpPr>
        <p:spPr>
          <a:xfrm>
            <a:off x="822960" y="32461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DDC97"/>
                </a:solidFill>
                <a:latin typeface="Calibri"/>
                <a:ea typeface="Calibri"/>
                <a:cs typeface="Calibri"/>
                <a:sym typeface="Calibri"/>
              </a:rPr>
              <a:t>CHAPTER ONE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 txBox="1"/>
          <p:nvPr/>
        </p:nvSpPr>
        <p:spPr>
          <a:xfrm>
            <a:off x="822960" y="36576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lang="en-US" sz="3800" b="1" i="0" u="none" strike="noStrike" cap="none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The Systems Development</a:t>
            </a:r>
            <a:endParaRPr sz="3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lang="en-US" sz="3800" b="1" i="0" u="none" strike="noStrike" cap="none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Environment</a:t>
            </a:r>
            <a:endParaRPr sz="3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Learning Objectives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 txBox="1"/>
          <p:nvPr/>
        </p:nvSpPr>
        <p:spPr>
          <a:xfrm>
            <a:off x="1234440" y="1636776"/>
            <a:ext cx="10149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Define information systems analysis and design.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640080" y="2587752"/>
            <a:ext cx="384048" cy="384048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6"/>
          <p:cNvSpPr txBox="1"/>
          <p:nvPr/>
        </p:nvSpPr>
        <p:spPr>
          <a:xfrm>
            <a:off x="640080" y="25877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 txBox="1"/>
          <p:nvPr/>
        </p:nvSpPr>
        <p:spPr>
          <a:xfrm>
            <a:off x="1234440" y="2532888"/>
            <a:ext cx="10149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Describe the Information Systems Development Life Cycle (SDLC).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640080" y="3483864"/>
            <a:ext cx="384048" cy="384048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6"/>
          <p:cNvSpPr txBox="1"/>
          <p:nvPr/>
        </p:nvSpPr>
        <p:spPr>
          <a:xfrm>
            <a:off x="640080" y="34838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1234440" y="3429000"/>
            <a:ext cx="10149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Explain Rapid Application Development (RAD), prototyping, Computer-Aided Software Engineering (CASE), and Service-Oriented Architecture (SOA).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640080" y="4379976"/>
            <a:ext cx="384048" cy="384048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 txBox="1"/>
          <p:nvPr/>
        </p:nvSpPr>
        <p:spPr>
          <a:xfrm>
            <a:off x="640080" y="43799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1234440" y="4325112"/>
            <a:ext cx="10149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Describe Agile methodologies and eXtreme Programming (XP) in depth.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40080" y="5276088"/>
            <a:ext cx="384048" cy="384048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 txBox="1"/>
          <p:nvPr/>
        </p:nvSpPr>
        <p:spPr>
          <a:xfrm>
            <a:off x="640080" y="5276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1234440" y="5221224"/>
            <a:ext cx="10149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Explain Object-Oriented Analysis and Design (OOAD) and the Rational Unified Process (RUP).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7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1325880" y="1755648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Complex organizational process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1325880" y="2130552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Systems analysis and design blends business goals, human workflow, and technology into one coordinated effort.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7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 txBox="1"/>
          <p:nvPr/>
        </p:nvSpPr>
        <p:spPr>
          <a:xfrm>
            <a:off x="1325880" y="2990088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Builds and maintains information systems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 txBox="1"/>
          <p:nvPr/>
        </p:nvSpPr>
        <p:spPr>
          <a:xfrm>
            <a:off x="1325880" y="3364992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It is used to develop new computer-based information systems and to keep existing ones running and relevant.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7"/>
          <p:cNvSpPr txBox="1"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1325880" y="4224528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team effort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1325880" y="4599432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Business stakeholders and systems professionals collaborate throughout, each bringing a different lens to the problem.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Introduction (cont.)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An organizational approach to systems analysis and design is shaped by three ingredients working together: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699516" y="24688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1979676" y="2743200"/>
            <a:ext cx="731520" cy="7315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8"/>
          <p:cNvSpPr txBox="1"/>
          <p:nvPr/>
        </p:nvSpPr>
        <p:spPr>
          <a:xfrm>
            <a:off x="1979676" y="27432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 txBox="1"/>
          <p:nvPr/>
        </p:nvSpPr>
        <p:spPr>
          <a:xfrm>
            <a:off x="699516" y="37033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Techniques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8"/>
          <p:cNvCxnSpPr/>
          <p:nvPr/>
        </p:nvCxnSpPr>
        <p:spPr>
          <a:xfrm>
            <a:off x="2025396" y="4187952"/>
            <a:ext cx="640080" cy="0"/>
          </a:xfrm>
          <a:prstGeom prst="straightConnector1">
            <a:avLst/>
          </a:prstGeom>
          <a:noFill/>
          <a:ln w="25400" cap="flat" cmpd="sng">
            <a:solidFill>
              <a:srgbClr val="00B39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8"/>
          <p:cNvSpPr/>
          <p:nvPr/>
        </p:nvSpPr>
        <p:spPr>
          <a:xfrm>
            <a:off x="4448556" y="24688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5728716" y="274320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8"/>
          <p:cNvSpPr txBox="1"/>
          <p:nvPr/>
        </p:nvSpPr>
        <p:spPr>
          <a:xfrm>
            <a:off x="5728716" y="27432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 txBox="1"/>
          <p:nvPr/>
        </p:nvSpPr>
        <p:spPr>
          <a:xfrm>
            <a:off x="4448556" y="37033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Methodologies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8"/>
          <p:cNvCxnSpPr/>
          <p:nvPr/>
        </p:nvCxnSpPr>
        <p:spPr>
          <a:xfrm>
            <a:off x="5774436" y="4187952"/>
            <a:ext cx="64008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" name="Google Shape;97;p8"/>
          <p:cNvSpPr/>
          <p:nvPr/>
        </p:nvSpPr>
        <p:spPr>
          <a:xfrm>
            <a:off x="8197596" y="24688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9477756" y="2743200"/>
            <a:ext cx="731520" cy="731520"/>
          </a:xfrm>
          <a:prstGeom prst="ellipse">
            <a:avLst/>
          </a:prstGeom>
          <a:solidFill>
            <a:srgbClr val="007E70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8"/>
          <p:cNvSpPr txBox="1"/>
          <p:nvPr/>
        </p:nvSpPr>
        <p:spPr>
          <a:xfrm>
            <a:off x="9477756" y="27432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 txBox="1"/>
          <p:nvPr/>
        </p:nvSpPr>
        <p:spPr>
          <a:xfrm>
            <a:off x="8197596" y="37033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Tools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8"/>
          <p:cNvCxnSpPr/>
          <p:nvPr/>
        </p:nvCxnSpPr>
        <p:spPr>
          <a:xfrm>
            <a:off x="9523476" y="4187952"/>
            <a:ext cx="640080" cy="0"/>
          </a:xfrm>
          <a:prstGeom prst="straightConnector1">
            <a:avLst/>
          </a:prstGeom>
          <a:noFill/>
          <a:ln w="25400" cap="flat" cmpd="sng">
            <a:solidFill>
              <a:srgbClr val="007E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p8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FIGURE 1-1  These three elements together drive a disciplined, repeatable approach to building information systems.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Techniques, Methodologies, and Tools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548640" y="178308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9"/>
          <p:cNvSpPr/>
          <p:nvPr/>
        </p:nvSpPr>
        <p:spPr>
          <a:xfrm>
            <a:off x="548640" y="1783080"/>
            <a:ext cx="128016" cy="13258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9"/>
          <p:cNvSpPr txBox="1"/>
          <p:nvPr/>
        </p:nvSpPr>
        <p:spPr>
          <a:xfrm>
            <a:off x="914400" y="1892808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Technique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3749040" y="1892808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 specific, repeatable process an analyst follows to keep work well thought-out and clear to the rest of the project team.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548640" y="329184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548640" y="3291840"/>
            <a:ext cx="128016" cy="13258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/>
          <p:cNvSpPr txBox="1"/>
          <p:nvPr/>
        </p:nvSpPr>
        <p:spPr>
          <a:xfrm>
            <a:off x="914400" y="3401568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 txBox="1"/>
          <p:nvPr/>
        </p:nvSpPr>
        <p:spPr>
          <a:xfrm>
            <a:off x="3749040" y="3401568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 comprehensive, multi-step approach to system development that guides the team's work and shapes the quality of the final product.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548640" y="4800600"/>
            <a:ext cx="128016" cy="13258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"/>
          <p:cNvSpPr txBox="1"/>
          <p:nvPr/>
        </p:nvSpPr>
        <p:spPr>
          <a:xfrm>
            <a:off x="914400" y="4910328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Tool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 txBox="1"/>
          <p:nvPr/>
        </p:nvSpPr>
        <p:spPr>
          <a:xfrm>
            <a:off x="3749040" y="4910328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Typically a software program that makes a technique easier to apply, while keeping the work aligned with the overall methodology.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A BRIEF HISTORY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 Modern Approach to Systems Analysis and Design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0"/>
          <p:cNvCxnSpPr/>
          <p:nvPr/>
        </p:nvCxnSpPr>
        <p:spPr>
          <a:xfrm>
            <a:off x="914400" y="3063240"/>
            <a:ext cx="10360152" cy="0"/>
          </a:xfrm>
          <a:prstGeom prst="straightConnector1">
            <a:avLst/>
          </a:prstGeom>
          <a:noFill/>
          <a:ln w="25400" cap="flat" cmpd="sng">
            <a:solidFill>
              <a:srgbClr val="D8E2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" name="Google Shape;132;p10"/>
          <p:cNvSpPr/>
          <p:nvPr/>
        </p:nvSpPr>
        <p:spPr>
          <a:xfrm>
            <a:off x="1353312" y="2807208"/>
            <a:ext cx="512064" cy="512064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0"/>
          <p:cNvSpPr txBox="1"/>
          <p:nvPr/>
        </p:nvSpPr>
        <p:spPr>
          <a:xfrm>
            <a:off x="1353312" y="28072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2"/>
              <a:buFont typeface="Calibri"/>
              <a:buNone/>
            </a:pPr>
            <a:endParaRPr sz="123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 txBox="1"/>
          <p:nvPr/>
        </p:nvSpPr>
        <p:spPr>
          <a:xfrm>
            <a:off x="786384" y="21945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1950s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566928" y="347472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"/>
          <p:cNvSpPr txBox="1"/>
          <p:nvPr/>
        </p:nvSpPr>
        <p:spPr>
          <a:xfrm>
            <a:off x="658368" y="3593592"/>
            <a:ext cx="192024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Focus on efficient automation of existing manual processes.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838444" y="2807208"/>
            <a:ext cx="512064" cy="512064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"/>
          <p:cNvSpPr txBox="1"/>
          <p:nvPr/>
        </p:nvSpPr>
        <p:spPr>
          <a:xfrm>
            <a:off x="5838444" y="28072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2"/>
              <a:buFont typeface="Calibri"/>
              <a:buNone/>
            </a:pPr>
            <a:endParaRPr sz="123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/>
          <p:nvPr/>
        </p:nvSpPr>
        <p:spPr>
          <a:xfrm>
            <a:off x="5271516" y="21945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1960s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5042916" y="347472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0"/>
          <p:cNvSpPr txBox="1"/>
          <p:nvPr/>
        </p:nvSpPr>
        <p:spPr>
          <a:xfrm>
            <a:off x="5134356" y="3593592"/>
            <a:ext cx="192024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Third-generation languages (3GL) arrive alongside faster, more reliable computers.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10222992" y="2807208"/>
            <a:ext cx="512064" cy="512064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"/>
          <p:cNvSpPr txBox="1"/>
          <p:nvPr/>
        </p:nvSpPr>
        <p:spPr>
          <a:xfrm>
            <a:off x="10222992" y="28072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2"/>
              <a:buFont typeface="Calibri"/>
              <a:buNone/>
            </a:pPr>
            <a:endParaRPr sz="123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9656064" y="21945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1970s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9427464" y="347472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"/>
          <p:cNvSpPr txBox="1"/>
          <p:nvPr/>
        </p:nvSpPr>
        <p:spPr>
          <a:xfrm>
            <a:off x="9518904" y="3593592"/>
            <a:ext cx="192024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System development starts to look like a true engineering discipline.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A BRIEF HISTORY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 Modern Approach to Systems Analysis and Design (cont.)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1"/>
          <p:cNvCxnSpPr/>
          <p:nvPr/>
        </p:nvCxnSpPr>
        <p:spPr>
          <a:xfrm>
            <a:off x="914400" y="3063240"/>
            <a:ext cx="10360152" cy="0"/>
          </a:xfrm>
          <a:prstGeom prst="straightConnector1">
            <a:avLst/>
          </a:prstGeom>
          <a:noFill/>
          <a:ln w="25400" cap="flat" cmpd="sng">
            <a:solidFill>
              <a:srgbClr val="D8E2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11"/>
          <p:cNvSpPr/>
          <p:nvPr/>
        </p:nvSpPr>
        <p:spPr>
          <a:xfrm>
            <a:off x="1344168" y="2807208"/>
            <a:ext cx="512064" cy="512064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1"/>
          <p:cNvSpPr txBox="1"/>
          <p:nvPr/>
        </p:nvSpPr>
        <p:spPr>
          <a:xfrm>
            <a:off x="1344168" y="28072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2"/>
              <a:buFont typeface="Calibri"/>
              <a:buNone/>
            </a:pPr>
            <a:endParaRPr sz="123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777240" y="21945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1980s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466344" y="347472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1"/>
          <p:cNvSpPr txBox="1"/>
          <p:nvPr/>
        </p:nvSpPr>
        <p:spPr>
          <a:xfrm>
            <a:off x="640080" y="3593592"/>
            <a:ext cx="192024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Fourth-generation languages (4GL), CASE tools, and object-oriented methods break through.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5838444" y="2807208"/>
            <a:ext cx="512064" cy="512064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1"/>
          <p:cNvSpPr txBox="1"/>
          <p:nvPr/>
        </p:nvSpPr>
        <p:spPr>
          <a:xfrm>
            <a:off x="5838444" y="28072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2"/>
              <a:buFont typeface="Calibri"/>
              <a:buNone/>
            </a:pPr>
            <a:endParaRPr sz="123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5271516" y="21945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1990s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5042916" y="347472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"/>
          <p:cNvSpPr txBox="1"/>
          <p:nvPr/>
        </p:nvSpPr>
        <p:spPr>
          <a:xfrm>
            <a:off x="5134356" y="3593592"/>
            <a:ext cx="192024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Emphasis shifts to system integration, GUI applications, client/server platforms, and the Internet.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10076688" y="2807208"/>
            <a:ext cx="512064" cy="512064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 txBox="1"/>
          <p:nvPr/>
        </p:nvSpPr>
        <p:spPr>
          <a:xfrm>
            <a:off x="10076688" y="28072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2"/>
              <a:buFont typeface="Calibri"/>
              <a:buNone/>
            </a:pPr>
            <a:endParaRPr sz="123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9610344" y="21945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2000s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9281160" y="347472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"/>
          <p:cNvSpPr txBox="1"/>
          <p:nvPr/>
        </p:nvSpPr>
        <p:spPr>
          <a:xfrm>
            <a:off x="9372600" y="3593592"/>
            <a:ext cx="192024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Web application development, wireless PDAs, and component-based applications take hold.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 3GL is a high-level, largely machine-independent language; a 4GL tells the computer what to do rather than how to do it.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A BRIEF HISTORY · UPDATED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 Modern Approach to Systems Analysis and Design (cont.)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12"/>
          <p:cNvCxnSpPr/>
          <p:nvPr/>
        </p:nvCxnSpPr>
        <p:spPr>
          <a:xfrm>
            <a:off x="914400" y="3063240"/>
            <a:ext cx="10360152" cy="0"/>
          </a:xfrm>
          <a:prstGeom prst="straightConnector1">
            <a:avLst/>
          </a:prstGeom>
          <a:noFill/>
          <a:ln w="25400" cap="flat" cmpd="sng">
            <a:solidFill>
              <a:srgbClr val="D8E2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12"/>
          <p:cNvSpPr/>
          <p:nvPr/>
        </p:nvSpPr>
        <p:spPr>
          <a:xfrm>
            <a:off x="1344168" y="2807208"/>
            <a:ext cx="512064" cy="512064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2"/>
          <p:cNvSpPr txBox="1"/>
          <p:nvPr/>
        </p:nvSpPr>
        <p:spPr>
          <a:xfrm>
            <a:off x="1344168" y="28072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2"/>
              <a:buFont typeface="Calibri"/>
              <a:buNone/>
            </a:pPr>
            <a:endParaRPr sz="123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777240" y="21945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2010s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548640" y="347472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2"/>
          <p:cNvSpPr txBox="1"/>
          <p:nvPr/>
        </p:nvSpPr>
        <p:spPr>
          <a:xfrm>
            <a:off x="640080" y="3593592"/>
            <a:ext cx="192024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Cloud platforms, mobile-first design, and DevOps bring continuous delivery to the mainstream.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5838444" y="2807208"/>
            <a:ext cx="512064" cy="512064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2"/>
          <p:cNvSpPr txBox="1"/>
          <p:nvPr/>
        </p:nvSpPr>
        <p:spPr>
          <a:xfrm>
            <a:off x="5838444" y="28072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2"/>
              <a:buFont typeface="Calibri"/>
              <a:buNone/>
            </a:pPr>
            <a:endParaRPr sz="123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5271516" y="21945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2020s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5042916" y="347472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2"/>
          <p:cNvSpPr txBox="1"/>
          <p:nvPr/>
        </p:nvSpPr>
        <p:spPr>
          <a:xfrm>
            <a:off x="5134356" y="3593592"/>
            <a:ext cx="192024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Low-code/no-code platforms and API-first architectures speed up delivery further.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10268712" y="2807208"/>
            <a:ext cx="512064" cy="512064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2"/>
          <p:cNvSpPr txBox="1"/>
          <p:nvPr/>
        </p:nvSpPr>
        <p:spPr>
          <a:xfrm>
            <a:off x="10268712" y="28072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2"/>
              <a:buFont typeface="Calibri"/>
              <a:buNone/>
            </a:pPr>
            <a:endParaRPr sz="123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9656064" y="21945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Today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9473184" y="347472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2"/>
          <p:cNvSpPr txBox="1"/>
          <p:nvPr/>
        </p:nvSpPr>
        <p:spPr>
          <a:xfrm>
            <a:off x="9564624" y="3593592"/>
            <a:ext cx="192024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AI-assisted coding and design tools help analysts and developers draft, test, and refine systems faster.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 the SDLC's phases endure, even as the tools around them keep changing.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 Modern Approach to Systems Analysis and Design (cont.)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562356" y="2103120"/>
            <a:ext cx="52120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3"/>
          <p:cNvSpPr txBox="1"/>
          <p:nvPr/>
        </p:nvSpPr>
        <p:spPr>
          <a:xfrm>
            <a:off x="928116" y="2368296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Application Software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928116" y="2871216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Computer software designed to support organizational functions or processes — the end product analysts help deliver.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6414516" y="2103120"/>
            <a:ext cx="52120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3"/>
          <p:cNvSpPr txBox="1"/>
          <p:nvPr/>
        </p:nvSpPr>
        <p:spPr>
          <a:xfrm>
            <a:off x="6780276" y="2368296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Systems Analyst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6780276" y="2871216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The organizational role most responsible for analyzing and designing information systems, bridging business needs and technical solutions.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Developing Information Systems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548640" y="1920240"/>
            <a:ext cx="11064240" cy="1700784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914400" y="2121408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3DDC97"/>
                </a:solidFill>
                <a:latin typeface="Cambria"/>
                <a:ea typeface="Cambria"/>
                <a:cs typeface="Cambria"/>
                <a:sym typeface="Cambria"/>
              </a:rPr>
              <a:t>System Development Methodology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914400" y="2560320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standard process an organization follows to complete every step needed to analyze, design, implement, and maintain information systems.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548640" y="3794760"/>
            <a:ext cx="110642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In computing's early years, analysis and design was treated as an art. As the demand for software grew, industry and academia developed disciplined work methods — turning analysis and design into a repeatable process that shapes the quality of the resulting system.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Systems Development Life Cycle (SDLC)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The traditional methodology used to develop, maintain, and eventually replace information systems.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608076" y="265176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608076" y="27889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699516" y="3163824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2619756" y="306324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2848356" y="265176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2848356" y="27889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2939796" y="3163824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4860036" y="306324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5088636" y="265176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5088636" y="27889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 txBox="1"/>
          <p:nvPr/>
        </p:nvSpPr>
        <p:spPr>
          <a:xfrm>
            <a:off x="5180076" y="3163824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7100316" y="306324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7328916" y="265176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5"/>
          <p:cNvSpPr txBox="1"/>
          <p:nvPr/>
        </p:nvSpPr>
        <p:spPr>
          <a:xfrm>
            <a:off x="7328916" y="27889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7420356" y="3163824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9340596" y="306324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9569196" y="265176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5"/>
          <p:cNvSpPr txBox="1"/>
          <p:nvPr/>
        </p:nvSpPr>
        <p:spPr>
          <a:xfrm>
            <a:off x="9569196" y="27889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 txBox="1"/>
          <p:nvPr/>
        </p:nvSpPr>
        <p:spPr>
          <a:xfrm>
            <a:off x="9660636" y="3163824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2F9A0947-3F99-5194-C60F-BB5B2DFF7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rot="10800000">
            <a:off x="7317248" y="2393570"/>
            <a:ext cx="2858768" cy="2433526"/>
          </a:xfrm>
          <a:prstGeom prst="rect">
            <a:avLst/>
          </a:prstGeom>
        </p:spPr>
      </p:pic>
      <p:sp>
        <p:nvSpPr>
          <p:cNvPr id="261" name="Google Shape;261;p16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Standard and Evolutionary Views of SDLC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2350008" y="2039112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 cap="flat" cmpd="sng">
            <a:solidFill>
              <a:srgbClr val="00B39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6"/>
          <p:cNvSpPr txBox="1"/>
          <p:nvPr/>
        </p:nvSpPr>
        <p:spPr>
          <a:xfrm>
            <a:off x="2350008" y="2039112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3697959" y="3018456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 cap="flat" cmpd="sng">
            <a:solidFill>
              <a:srgbClr val="00B39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6"/>
          <p:cNvSpPr txBox="1"/>
          <p:nvPr/>
        </p:nvSpPr>
        <p:spPr>
          <a:xfrm>
            <a:off x="3697959" y="3018456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3183088" y="4603068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 cap="flat" cmpd="sng">
            <a:solidFill>
              <a:srgbClr val="00B39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6"/>
          <p:cNvSpPr txBox="1"/>
          <p:nvPr/>
        </p:nvSpPr>
        <p:spPr>
          <a:xfrm>
            <a:off x="3183088" y="4603068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1087160" y="4639644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 cap="flat" cmpd="sng">
            <a:solidFill>
              <a:srgbClr val="00B39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6"/>
          <p:cNvSpPr txBox="1"/>
          <p:nvPr/>
        </p:nvSpPr>
        <p:spPr>
          <a:xfrm>
            <a:off x="1050584" y="4630500"/>
            <a:ext cx="140817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764313" y="31190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 cap="flat" cmpd="sng">
            <a:solidFill>
              <a:srgbClr val="00B39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"/>
          <p:cNvSpPr txBox="1"/>
          <p:nvPr/>
        </p:nvSpPr>
        <p:spPr>
          <a:xfrm>
            <a:off x="810033" y="31190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2137504" y="3216402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The systems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development life cycle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 txBox="1"/>
          <p:nvPr/>
        </p:nvSpPr>
        <p:spPr>
          <a:xfrm>
            <a:off x="914400" y="58064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Standard view: sequential phases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6858000" y="58064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Evolutionary view: iterative refinement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63;p16">
            <a:extLst>
              <a:ext uri="{FF2B5EF4-FFF2-40B4-BE49-F238E27FC236}">
                <a16:creationId xmlns:a16="http://schemas.microsoft.com/office/drawing/2014/main" id="{ACA930E6-E1DF-236A-E910-8943043BAD5F}"/>
              </a:ext>
            </a:extLst>
          </p:cNvPr>
          <p:cNvSpPr/>
          <p:nvPr/>
        </p:nvSpPr>
        <p:spPr>
          <a:xfrm>
            <a:off x="8205951" y="1911096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 cap="flat" cmpd="sng">
            <a:solidFill>
              <a:srgbClr val="00B39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64;p16">
            <a:extLst>
              <a:ext uri="{FF2B5EF4-FFF2-40B4-BE49-F238E27FC236}">
                <a16:creationId xmlns:a16="http://schemas.microsoft.com/office/drawing/2014/main" id="{1CFF8362-1BEE-490A-7C27-6E35F34215A8}"/>
              </a:ext>
            </a:extLst>
          </p:cNvPr>
          <p:cNvSpPr txBox="1"/>
          <p:nvPr/>
        </p:nvSpPr>
        <p:spPr>
          <a:xfrm>
            <a:off x="8205951" y="1911096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65;p16">
            <a:extLst>
              <a:ext uri="{FF2B5EF4-FFF2-40B4-BE49-F238E27FC236}">
                <a16:creationId xmlns:a16="http://schemas.microsoft.com/office/drawing/2014/main" id="{B2042C97-AADC-31E6-65C8-696DD8EF091F}"/>
              </a:ext>
            </a:extLst>
          </p:cNvPr>
          <p:cNvSpPr/>
          <p:nvPr/>
        </p:nvSpPr>
        <p:spPr>
          <a:xfrm>
            <a:off x="9553902" y="28904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 cap="flat" cmpd="sng">
            <a:solidFill>
              <a:srgbClr val="00B39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66;p16">
            <a:extLst>
              <a:ext uri="{FF2B5EF4-FFF2-40B4-BE49-F238E27FC236}">
                <a16:creationId xmlns:a16="http://schemas.microsoft.com/office/drawing/2014/main" id="{277541BB-F1E1-C846-73A0-CB4C479640EB}"/>
              </a:ext>
            </a:extLst>
          </p:cNvPr>
          <p:cNvSpPr txBox="1"/>
          <p:nvPr/>
        </p:nvSpPr>
        <p:spPr>
          <a:xfrm>
            <a:off x="9553902" y="2890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67;p16">
            <a:extLst>
              <a:ext uri="{FF2B5EF4-FFF2-40B4-BE49-F238E27FC236}">
                <a16:creationId xmlns:a16="http://schemas.microsoft.com/office/drawing/2014/main" id="{DF3EC19F-5E7E-0B83-0F2D-2C86DC0CE7DA}"/>
              </a:ext>
            </a:extLst>
          </p:cNvPr>
          <p:cNvSpPr/>
          <p:nvPr/>
        </p:nvSpPr>
        <p:spPr>
          <a:xfrm>
            <a:off x="9162610" y="4415616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 cap="flat" cmpd="sng">
            <a:solidFill>
              <a:srgbClr val="00B39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68;p16">
            <a:extLst>
              <a:ext uri="{FF2B5EF4-FFF2-40B4-BE49-F238E27FC236}">
                <a16:creationId xmlns:a16="http://schemas.microsoft.com/office/drawing/2014/main" id="{D1910117-D40B-0A37-F19E-1966D38168CC}"/>
              </a:ext>
            </a:extLst>
          </p:cNvPr>
          <p:cNvSpPr txBox="1"/>
          <p:nvPr/>
        </p:nvSpPr>
        <p:spPr>
          <a:xfrm>
            <a:off x="9162610" y="4415616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69;p16">
            <a:extLst>
              <a:ext uri="{FF2B5EF4-FFF2-40B4-BE49-F238E27FC236}">
                <a16:creationId xmlns:a16="http://schemas.microsoft.com/office/drawing/2014/main" id="{C048BEBE-69EE-8A94-ECEB-0857FBDCD955}"/>
              </a:ext>
            </a:extLst>
          </p:cNvPr>
          <p:cNvSpPr/>
          <p:nvPr/>
        </p:nvSpPr>
        <p:spPr>
          <a:xfrm>
            <a:off x="7199632" y="4507056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 cap="flat" cmpd="sng">
            <a:solidFill>
              <a:srgbClr val="00B39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70;p16">
            <a:extLst>
              <a:ext uri="{FF2B5EF4-FFF2-40B4-BE49-F238E27FC236}">
                <a16:creationId xmlns:a16="http://schemas.microsoft.com/office/drawing/2014/main" id="{07CC5BAC-0791-070B-416C-6257F8A73BCE}"/>
              </a:ext>
            </a:extLst>
          </p:cNvPr>
          <p:cNvSpPr txBox="1"/>
          <p:nvPr/>
        </p:nvSpPr>
        <p:spPr>
          <a:xfrm>
            <a:off x="7199632" y="4507056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71;p16">
            <a:extLst>
              <a:ext uri="{FF2B5EF4-FFF2-40B4-BE49-F238E27FC236}">
                <a16:creationId xmlns:a16="http://schemas.microsoft.com/office/drawing/2014/main" id="{0106B3B8-FD6F-DE0E-CA0A-FABE39020309}"/>
              </a:ext>
            </a:extLst>
          </p:cNvPr>
          <p:cNvSpPr/>
          <p:nvPr/>
        </p:nvSpPr>
        <p:spPr>
          <a:xfrm>
            <a:off x="6858000" y="28904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 cap="flat" cmpd="sng">
            <a:solidFill>
              <a:srgbClr val="00B39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72;p16">
            <a:extLst>
              <a:ext uri="{FF2B5EF4-FFF2-40B4-BE49-F238E27FC236}">
                <a16:creationId xmlns:a16="http://schemas.microsoft.com/office/drawing/2014/main" id="{AB63C855-A381-E22F-ECE7-76692CD8D40E}"/>
              </a:ext>
            </a:extLst>
          </p:cNvPr>
          <p:cNvSpPr txBox="1"/>
          <p:nvPr/>
        </p:nvSpPr>
        <p:spPr>
          <a:xfrm>
            <a:off x="6858000" y="2890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2DB6C8A-4E7F-F15C-57C1-0C4215B96849}"/>
              </a:ext>
            </a:extLst>
          </p:cNvPr>
          <p:cNvCxnSpPr>
            <a:stCxn id="264" idx="3"/>
            <a:endCxn id="266" idx="0"/>
          </p:cNvCxnSpPr>
          <p:nvPr/>
        </p:nvCxnSpPr>
        <p:spPr>
          <a:xfrm>
            <a:off x="3721608" y="2359152"/>
            <a:ext cx="662151" cy="659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53C1AA-1833-CA0A-7522-AF6C12D2BE38}"/>
              </a:ext>
            </a:extLst>
          </p:cNvPr>
          <p:cNvCxnSpPr>
            <a:cxnSpLocks/>
            <a:stCxn id="266" idx="2"/>
            <a:endCxn id="268" idx="0"/>
          </p:cNvCxnSpPr>
          <p:nvPr/>
        </p:nvCxnSpPr>
        <p:spPr>
          <a:xfrm flipH="1">
            <a:off x="3868888" y="3658536"/>
            <a:ext cx="514871" cy="944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62C084A-169D-30B2-0C59-EF7236E862C0}"/>
              </a:ext>
            </a:extLst>
          </p:cNvPr>
          <p:cNvCxnSpPr>
            <a:cxnSpLocks/>
            <a:stCxn id="268" idx="1"/>
            <a:endCxn id="270" idx="3"/>
          </p:cNvCxnSpPr>
          <p:nvPr/>
        </p:nvCxnSpPr>
        <p:spPr>
          <a:xfrm flipH="1">
            <a:off x="2458760" y="4923108"/>
            <a:ext cx="724328" cy="27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F3E9396-4F3A-2AB8-45AF-655CFAFCB342}"/>
              </a:ext>
            </a:extLst>
          </p:cNvPr>
          <p:cNvCxnSpPr>
            <a:cxnSpLocks/>
            <a:stCxn id="269" idx="0"/>
            <a:endCxn id="271" idx="2"/>
          </p:cNvCxnSpPr>
          <p:nvPr/>
        </p:nvCxnSpPr>
        <p:spPr>
          <a:xfrm flipH="1" flipV="1">
            <a:off x="1450113" y="3759120"/>
            <a:ext cx="322847" cy="880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ED23956-02A9-4765-1E5F-D179F871FED5}"/>
              </a:ext>
            </a:extLst>
          </p:cNvPr>
          <p:cNvCxnSpPr>
            <a:cxnSpLocks/>
            <a:stCxn id="272" idx="0"/>
            <a:endCxn id="264" idx="1"/>
          </p:cNvCxnSpPr>
          <p:nvPr/>
        </p:nvCxnSpPr>
        <p:spPr>
          <a:xfrm flipV="1">
            <a:off x="1495833" y="2359152"/>
            <a:ext cx="854175" cy="759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SDLC IN DEPTH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Systems Development Life Cycle (cont.)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548640" y="18288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7"/>
          <p:cNvSpPr/>
          <p:nvPr/>
        </p:nvSpPr>
        <p:spPr>
          <a:xfrm>
            <a:off x="822960" y="2084832"/>
            <a:ext cx="502920" cy="5029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822960" y="20848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>
            <a:off x="1554480" y="199339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Planning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1554480" y="2377440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An organization's total information system needs are identified, analyzed, prioritized, and arranged so the most valuable projects move forward first.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548640" y="35204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7"/>
          <p:cNvSpPr/>
          <p:nvPr/>
        </p:nvSpPr>
        <p:spPr>
          <a:xfrm>
            <a:off x="822960" y="3776472"/>
            <a:ext cx="502920" cy="5029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7"/>
          <p:cNvSpPr txBox="1"/>
          <p:nvPr/>
        </p:nvSpPr>
        <p:spPr>
          <a:xfrm>
            <a:off x="822960" y="37764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1554480" y="368503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Analysis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1554480" y="4069080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System requirements are studied and structured, often using tools such as use-case diagrams and sequence diagrams to capture how the system should behave.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SDLC IN DEPTH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Systems Development Life Cycle (cont.)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548640" y="1828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8"/>
          <p:cNvSpPr/>
          <p:nvPr/>
        </p:nvSpPr>
        <p:spPr>
          <a:xfrm>
            <a:off x="822960" y="2084832"/>
            <a:ext cx="502920" cy="5029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822960" y="20848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 txBox="1"/>
          <p:nvPr/>
        </p:nvSpPr>
        <p:spPr>
          <a:xfrm>
            <a:off x="1554480" y="199339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Design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 txBox="1"/>
          <p:nvPr/>
        </p:nvSpPr>
        <p:spPr>
          <a:xfrm>
            <a:off x="1554480" y="2377440"/>
            <a:ext cx="9784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 description of the recommended solution is converted first into logical, and then physical, system specifications.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548640" y="33832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8"/>
          <p:cNvSpPr/>
          <p:nvPr/>
        </p:nvSpPr>
        <p:spPr>
          <a:xfrm>
            <a:off x="822960" y="3639312"/>
            <a:ext cx="502920" cy="5029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8"/>
          <p:cNvSpPr txBox="1"/>
          <p:nvPr/>
        </p:nvSpPr>
        <p:spPr>
          <a:xfrm>
            <a:off x="822960" y="3639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■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 txBox="1"/>
          <p:nvPr/>
        </p:nvSpPr>
        <p:spPr>
          <a:xfrm>
            <a:off x="1554480" y="35478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Logical Design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1554480" y="3931920"/>
            <a:ext cx="9784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All functional features chosen during analysis are described independently of any specific computer platform — the "what," not the "how."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9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SDLC IN DEPTH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Systems Development Life Cycle (cont.)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548640" y="182880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9"/>
          <p:cNvSpPr/>
          <p:nvPr/>
        </p:nvSpPr>
        <p:spPr>
          <a:xfrm>
            <a:off x="822960" y="2084832"/>
            <a:ext cx="502920" cy="5029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9"/>
          <p:cNvSpPr txBox="1"/>
          <p:nvPr/>
        </p:nvSpPr>
        <p:spPr>
          <a:xfrm>
            <a:off x="822960" y="20848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1554480" y="199339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Physical Design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 txBox="1"/>
          <p:nvPr/>
        </p:nvSpPr>
        <p:spPr>
          <a:xfrm>
            <a:off x="1554480" y="2377440"/>
            <a:ext cx="97840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The logical specifications from logical design are translated into technology-specific details, from which all programming and system construction can proceed.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SDLC IN DEPTH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Systems Development Life Cycle (cont.)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822960" y="2084832"/>
            <a:ext cx="502920" cy="5029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822960" y="20848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1554480" y="199339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Implementation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1554480" y="2377440"/>
            <a:ext cx="97840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The information system is coded, tested, installed, and supported within the organization.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548640" y="34747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0"/>
          <p:cNvSpPr/>
          <p:nvPr/>
        </p:nvSpPr>
        <p:spPr>
          <a:xfrm>
            <a:off x="822960" y="3730752"/>
            <a:ext cx="502920" cy="5029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0"/>
          <p:cNvSpPr txBox="1"/>
          <p:nvPr/>
        </p:nvSpPr>
        <p:spPr>
          <a:xfrm>
            <a:off x="822960" y="37307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 txBox="1"/>
          <p:nvPr/>
        </p:nvSpPr>
        <p:spPr>
          <a:xfrm>
            <a:off x="1554480" y="363931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Maintenance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1554480" y="4023360"/>
            <a:ext cx="97840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The information system is systematically repaired and improved to keep pace with organizational needs.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SDLC IN DEPTH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Heart of the Systems Development Process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768096" y="23774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1"/>
          <p:cNvSpPr txBox="1"/>
          <p:nvPr/>
        </p:nvSpPr>
        <p:spPr>
          <a:xfrm>
            <a:off x="768096" y="2377440"/>
            <a:ext cx="2286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Analyze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3054096" y="260604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3557016" y="23774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1"/>
          <p:cNvSpPr txBox="1"/>
          <p:nvPr/>
        </p:nvSpPr>
        <p:spPr>
          <a:xfrm>
            <a:off x="3557016" y="2377440"/>
            <a:ext cx="2286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Design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5843016" y="260604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6345936" y="23774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07E70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1"/>
          <p:cNvSpPr txBox="1"/>
          <p:nvPr/>
        </p:nvSpPr>
        <p:spPr>
          <a:xfrm>
            <a:off x="6345936" y="2377440"/>
            <a:ext cx="2286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Code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8631936" y="260604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9134856" y="23774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1"/>
          <p:cNvSpPr txBox="1"/>
          <p:nvPr/>
        </p:nvSpPr>
        <p:spPr>
          <a:xfrm>
            <a:off x="9134856" y="2377440"/>
            <a:ext cx="2286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Test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" name="Google Shape;367;p21"/>
          <p:cNvCxnSpPr/>
          <p:nvPr/>
        </p:nvCxnSpPr>
        <p:spPr>
          <a:xfrm>
            <a:off x="10277856" y="3383280"/>
            <a:ext cx="0" cy="640080"/>
          </a:xfrm>
          <a:prstGeom prst="straightConnector1">
            <a:avLst/>
          </a:prstGeom>
          <a:noFill/>
          <a:ln w="19050" cap="flat" cmpd="sng">
            <a:solidFill>
              <a:srgbClr val="6B7A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68" name="Google Shape;368;p21"/>
          <p:cNvCxnSpPr/>
          <p:nvPr/>
        </p:nvCxnSpPr>
        <p:spPr>
          <a:xfrm>
            <a:off x="1911096" y="4023360"/>
            <a:ext cx="8366760" cy="0"/>
          </a:xfrm>
          <a:prstGeom prst="straightConnector1">
            <a:avLst/>
          </a:prstGeom>
          <a:noFill/>
          <a:ln w="19050" cap="flat" cmpd="sng">
            <a:solidFill>
              <a:srgbClr val="6B7A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69" name="Google Shape;369;p21"/>
          <p:cNvCxnSpPr/>
          <p:nvPr/>
        </p:nvCxnSpPr>
        <p:spPr>
          <a:xfrm>
            <a:off x="1911096" y="3383280"/>
            <a:ext cx="0" cy="640080"/>
          </a:xfrm>
          <a:prstGeom prst="straightConnector1">
            <a:avLst/>
          </a:prstGeom>
          <a:noFill/>
          <a:ln w="19050" cap="flat" cmpd="sng">
            <a:solidFill>
              <a:srgbClr val="6B7A99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70" name="Google Shape;370;p21"/>
          <p:cNvSpPr txBox="1"/>
          <p:nvPr/>
        </p:nvSpPr>
        <p:spPr>
          <a:xfrm>
            <a:off x="548640" y="434340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FIGURE 1-7 / 1-8   The analysis–design–code–test loop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1097280" y="4937760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Current practice combines analysis, design, and implementation into a single iterative and parallel process rather than four rigid, separate steps.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CLASSIC MODEL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Traditional Waterfall SDLC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822960" y="18288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822960" y="182880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22"/>
          <p:cNvCxnSpPr/>
          <p:nvPr/>
        </p:nvCxnSpPr>
        <p:spPr>
          <a:xfrm>
            <a:off x="2651760" y="2217420"/>
            <a:ext cx="1828800" cy="658368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3" name="Google Shape;383;p22"/>
          <p:cNvSpPr/>
          <p:nvPr/>
        </p:nvSpPr>
        <p:spPr>
          <a:xfrm>
            <a:off x="2788920" y="2487168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2"/>
          <p:cNvSpPr txBox="1"/>
          <p:nvPr/>
        </p:nvSpPr>
        <p:spPr>
          <a:xfrm>
            <a:off x="2788920" y="2487168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22"/>
          <p:cNvCxnSpPr/>
          <p:nvPr/>
        </p:nvCxnSpPr>
        <p:spPr>
          <a:xfrm>
            <a:off x="4617720" y="2875788"/>
            <a:ext cx="1828800" cy="658368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6" name="Google Shape;386;p22"/>
          <p:cNvSpPr/>
          <p:nvPr/>
        </p:nvSpPr>
        <p:spPr>
          <a:xfrm>
            <a:off x="4754880" y="3145536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2"/>
          <p:cNvSpPr txBox="1"/>
          <p:nvPr/>
        </p:nvSpPr>
        <p:spPr>
          <a:xfrm>
            <a:off x="4754880" y="3145536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22"/>
          <p:cNvCxnSpPr/>
          <p:nvPr/>
        </p:nvCxnSpPr>
        <p:spPr>
          <a:xfrm>
            <a:off x="6583680" y="3534156"/>
            <a:ext cx="1828800" cy="658368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9" name="Google Shape;389;p22"/>
          <p:cNvSpPr/>
          <p:nvPr/>
        </p:nvSpPr>
        <p:spPr>
          <a:xfrm>
            <a:off x="6720840" y="3803904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2"/>
          <p:cNvSpPr txBox="1"/>
          <p:nvPr/>
        </p:nvSpPr>
        <p:spPr>
          <a:xfrm>
            <a:off x="6720840" y="3803904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22"/>
          <p:cNvCxnSpPr/>
          <p:nvPr/>
        </p:nvCxnSpPr>
        <p:spPr>
          <a:xfrm>
            <a:off x="8549640" y="4192524"/>
            <a:ext cx="1828800" cy="658368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2" name="Google Shape;392;p22"/>
          <p:cNvSpPr/>
          <p:nvPr/>
        </p:nvSpPr>
        <p:spPr>
          <a:xfrm>
            <a:off x="8686800" y="4462272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2"/>
          <p:cNvSpPr txBox="1"/>
          <p:nvPr/>
        </p:nvSpPr>
        <p:spPr>
          <a:xfrm>
            <a:off x="8686800" y="4462272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One phase begins only when the previous one completes, with little backtracking or looping.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FIGURE 1-9  A traditional waterfall SDLC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29422D7-551F-88ED-A576-FC840D0F23FC}"/>
              </a:ext>
            </a:extLst>
          </p:cNvPr>
          <p:cNvSpPr/>
          <p:nvPr/>
        </p:nvSpPr>
        <p:spPr>
          <a:xfrm>
            <a:off x="2842260" y="2228088"/>
            <a:ext cx="190500" cy="19507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3708CA-50F2-69BD-D7E9-AC21D60D9A63}"/>
              </a:ext>
            </a:extLst>
          </p:cNvPr>
          <p:cNvSpPr/>
          <p:nvPr/>
        </p:nvSpPr>
        <p:spPr>
          <a:xfrm>
            <a:off x="4838700" y="2900172"/>
            <a:ext cx="190500" cy="19507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BE2446-A01D-8508-5C74-AE4A585596A0}"/>
              </a:ext>
            </a:extLst>
          </p:cNvPr>
          <p:cNvSpPr/>
          <p:nvPr/>
        </p:nvSpPr>
        <p:spPr>
          <a:xfrm>
            <a:off x="6758940" y="3532632"/>
            <a:ext cx="190500" cy="19507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F877876-004D-2961-2DE2-497B8CE3A091}"/>
              </a:ext>
            </a:extLst>
          </p:cNvPr>
          <p:cNvSpPr/>
          <p:nvPr/>
        </p:nvSpPr>
        <p:spPr>
          <a:xfrm>
            <a:off x="8686800" y="4192524"/>
            <a:ext cx="190500" cy="19507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6C2EA5-A59B-76A3-F216-937C2D413F01}"/>
              </a:ext>
            </a:extLst>
          </p:cNvPr>
          <p:cNvSpPr txBox="1"/>
          <p:nvPr/>
        </p:nvSpPr>
        <p:spPr>
          <a:xfrm>
            <a:off x="3104895" y="2052101"/>
            <a:ext cx="896399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>
                <a:srgbClr val="FFFFFF"/>
              </a:buClr>
              <a:buSzPts val="1250"/>
            </a:pPr>
            <a:r>
              <a:rPr lang="en-US" sz="125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Deadline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3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CLASSIC MODEL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Problems with the Waterfall Approach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C94F4F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 txBox="1"/>
          <p:nvPr/>
        </p:nvSpPr>
        <p:spPr>
          <a:xfrm>
            <a:off x="1325880" y="1783080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System requirements are “locked in” once determined, making later changes costly or difficult.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94F4F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3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3"/>
          <p:cNvSpPr txBox="1"/>
          <p:nvPr/>
        </p:nvSpPr>
        <p:spPr>
          <a:xfrm>
            <a:off x="1325880" y="3017520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User involvement is limited mainly to the requirements phase, so feedback comes too late to matter.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C94F4F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3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 txBox="1"/>
          <p:nvPr/>
        </p:nvSpPr>
        <p:spPr>
          <a:xfrm>
            <a:off x="1325880" y="4251960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Heavy focus on hitting milestone deadlines can come at the expense of sound development practices.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4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4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Different Approaches to Improving Development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562356" y="187452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882396" y="2148840"/>
            <a:ext cx="548640" cy="54864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4"/>
          <p:cNvSpPr txBox="1"/>
          <p:nvPr/>
        </p:nvSpPr>
        <p:spPr>
          <a:xfrm>
            <a:off x="882396" y="21488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4"/>
          <p:cNvSpPr txBox="1"/>
          <p:nvPr/>
        </p:nvSpPr>
        <p:spPr>
          <a:xfrm>
            <a:off x="1613916" y="20574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CASE Tools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 txBox="1"/>
          <p:nvPr/>
        </p:nvSpPr>
        <p:spPr>
          <a:xfrm>
            <a:off x="1613916" y="2496312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Automate diagramming, prototyping, and code generation.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6414516" y="187452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6734556" y="2148840"/>
            <a:ext cx="548640" cy="54864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4"/>
          <p:cNvSpPr txBox="1"/>
          <p:nvPr/>
        </p:nvSpPr>
        <p:spPr>
          <a:xfrm>
            <a:off x="6734556" y="21488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 txBox="1"/>
          <p:nvPr/>
        </p:nvSpPr>
        <p:spPr>
          <a:xfrm>
            <a:off x="7466076" y="20574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Rapid Application Development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4"/>
          <p:cNvSpPr txBox="1"/>
          <p:nvPr/>
        </p:nvSpPr>
        <p:spPr>
          <a:xfrm>
            <a:off x="7466076" y="2496312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Compress design and build time through close collaboration.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562356" y="361188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4"/>
          <p:cNvSpPr/>
          <p:nvPr/>
        </p:nvSpPr>
        <p:spPr>
          <a:xfrm>
            <a:off x="882396" y="3886200"/>
            <a:ext cx="548640" cy="54864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4"/>
          <p:cNvSpPr txBox="1"/>
          <p:nvPr/>
        </p:nvSpPr>
        <p:spPr>
          <a:xfrm>
            <a:off x="882396" y="3886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4"/>
          <p:cNvSpPr txBox="1"/>
          <p:nvPr/>
        </p:nvSpPr>
        <p:spPr>
          <a:xfrm>
            <a:off x="1613916" y="379476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Agile Methodologies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4"/>
          <p:cNvSpPr txBox="1"/>
          <p:nvPr/>
        </p:nvSpPr>
        <p:spPr>
          <a:xfrm>
            <a:off x="1613916" y="4233672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Adapt continuously to changing, unpredictable requirements.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6414516" y="361188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4"/>
          <p:cNvSpPr/>
          <p:nvPr/>
        </p:nvSpPr>
        <p:spPr>
          <a:xfrm>
            <a:off x="6734556" y="3886200"/>
            <a:ext cx="548640" cy="54864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4"/>
          <p:cNvSpPr txBox="1"/>
          <p:nvPr/>
        </p:nvSpPr>
        <p:spPr>
          <a:xfrm>
            <a:off x="6734556" y="3886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466076" y="379476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eXtreme Programming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466076" y="4233672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Push discipline and feedback to the level of daily coding practice.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5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IMPROVING DEVELOPMENT · CASE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Computer-Aided Software Engineering (CASE) Tools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548640" y="187452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25"/>
          <p:cNvSpPr/>
          <p:nvPr/>
        </p:nvSpPr>
        <p:spPr>
          <a:xfrm>
            <a:off x="548640" y="1874520"/>
            <a:ext cx="128016" cy="15544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5"/>
          <p:cNvSpPr txBox="1"/>
          <p:nvPr/>
        </p:nvSpPr>
        <p:spPr>
          <a:xfrm>
            <a:off x="914400" y="2039112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Diagramming tools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 txBox="1"/>
          <p:nvPr/>
        </p:nvSpPr>
        <p:spPr>
          <a:xfrm>
            <a:off x="914400" y="2441448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Enable graphical representation of system models, from data flows to entity relationships.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5"/>
          <p:cNvSpPr/>
          <p:nvPr/>
        </p:nvSpPr>
        <p:spPr>
          <a:xfrm>
            <a:off x="548640" y="36576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5"/>
          <p:cNvSpPr/>
          <p:nvPr/>
        </p:nvSpPr>
        <p:spPr>
          <a:xfrm>
            <a:off x="548640" y="3657600"/>
            <a:ext cx="128016" cy="15544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5"/>
          <p:cNvSpPr txBox="1"/>
          <p:nvPr/>
        </p:nvSpPr>
        <p:spPr>
          <a:xfrm>
            <a:off x="914400" y="3822192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Display and report generators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 txBox="1"/>
          <p:nvPr/>
        </p:nvSpPr>
        <p:spPr>
          <a:xfrm>
            <a:off x="914400" y="4224528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Help prototype how a system will “look and feel” before it is built.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IMPROVING DEVELOPMENT · CASE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6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Computer-Aided Software Engineering (CASE) Tools (cont.)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548640" y="187452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548640" y="1874520"/>
            <a:ext cx="128016" cy="15544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6"/>
          <p:cNvSpPr txBox="1"/>
          <p:nvPr/>
        </p:nvSpPr>
        <p:spPr>
          <a:xfrm>
            <a:off x="914400" y="2039112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Analysis tools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 txBox="1"/>
          <p:nvPr/>
        </p:nvSpPr>
        <p:spPr>
          <a:xfrm>
            <a:off x="914400" y="2441448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Automatically check diagrams, forms, and reports for consistency and completeness.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548640" y="36576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6"/>
          <p:cNvSpPr/>
          <p:nvPr/>
        </p:nvSpPr>
        <p:spPr>
          <a:xfrm>
            <a:off x="548640" y="3657600"/>
            <a:ext cx="128016" cy="15544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6"/>
          <p:cNvSpPr txBox="1"/>
          <p:nvPr/>
        </p:nvSpPr>
        <p:spPr>
          <a:xfrm>
            <a:off x="914400" y="3822192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Central repository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 txBox="1"/>
          <p:nvPr/>
        </p:nvSpPr>
        <p:spPr>
          <a:xfrm>
            <a:off x="914400" y="4224528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 shared storehouse that integrates diagrams, reports, and project management specifications.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7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IMPROVING DEVELOPMENT · CASE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7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Computer-Aided Software Engineering (CASE) Tools (cont.)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7"/>
          <p:cNvSpPr/>
          <p:nvPr/>
        </p:nvSpPr>
        <p:spPr>
          <a:xfrm>
            <a:off x="548640" y="187452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7"/>
          <p:cNvSpPr/>
          <p:nvPr/>
        </p:nvSpPr>
        <p:spPr>
          <a:xfrm>
            <a:off x="548640" y="1874520"/>
            <a:ext cx="128016" cy="15544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7"/>
          <p:cNvSpPr txBox="1"/>
          <p:nvPr/>
        </p:nvSpPr>
        <p:spPr>
          <a:xfrm>
            <a:off x="914400" y="2039112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Documentation generators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7"/>
          <p:cNvSpPr txBox="1"/>
          <p:nvPr/>
        </p:nvSpPr>
        <p:spPr>
          <a:xfrm>
            <a:off x="914400" y="2441448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Standardize technical and user documentation across the project.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548640" y="36576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7"/>
          <p:cNvSpPr/>
          <p:nvPr/>
        </p:nvSpPr>
        <p:spPr>
          <a:xfrm>
            <a:off x="548640" y="3657600"/>
            <a:ext cx="128016" cy="15544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7"/>
          <p:cNvSpPr txBox="1"/>
          <p:nvPr/>
        </p:nvSpPr>
        <p:spPr>
          <a:xfrm>
            <a:off x="914400" y="3822192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Code generators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7"/>
          <p:cNvSpPr txBox="1"/>
          <p:nvPr/>
        </p:nvSpPr>
        <p:spPr>
          <a:xfrm>
            <a:off x="914400" y="4224528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Automatically produce program and database code directly from design documents, diagrams, forms, and reports.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8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IMPROVING DEVELOPMENT · CASE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8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CASE Tools in Practice: A Class Diagram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8"/>
          <p:cNvSpPr/>
          <p:nvPr/>
        </p:nvSpPr>
        <p:spPr>
          <a:xfrm>
            <a:off x="914400" y="2103120"/>
            <a:ext cx="2377440" cy="173736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8"/>
          <p:cNvSpPr/>
          <p:nvPr/>
        </p:nvSpPr>
        <p:spPr>
          <a:xfrm>
            <a:off x="914400" y="2103120"/>
            <a:ext cx="237744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8"/>
          <p:cNvSpPr txBox="1"/>
          <p:nvPr/>
        </p:nvSpPr>
        <p:spPr>
          <a:xfrm>
            <a:off x="914400" y="21031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8"/>
          <p:cNvSpPr txBox="1"/>
          <p:nvPr/>
        </p:nvSpPr>
        <p:spPr>
          <a:xfrm>
            <a:off x="1024128" y="2542032"/>
            <a:ext cx="2157984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+ name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+ accountNo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+ placeOrder()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8"/>
          <p:cNvSpPr/>
          <p:nvPr/>
        </p:nvSpPr>
        <p:spPr>
          <a:xfrm>
            <a:off x="4937760" y="1828800"/>
            <a:ext cx="2377440" cy="210312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8"/>
          <p:cNvSpPr/>
          <p:nvPr/>
        </p:nvSpPr>
        <p:spPr>
          <a:xfrm>
            <a:off x="4937760" y="1828800"/>
            <a:ext cx="237744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8"/>
          <p:cNvSpPr txBox="1"/>
          <p:nvPr/>
        </p:nvSpPr>
        <p:spPr>
          <a:xfrm>
            <a:off x="4937760" y="18288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8"/>
          <p:cNvSpPr txBox="1"/>
          <p:nvPr/>
        </p:nvSpPr>
        <p:spPr>
          <a:xfrm>
            <a:off x="5047488" y="2267712"/>
            <a:ext cx="215798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+ orderId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+ date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+ total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+ calculateTotal()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8"/>
          <p:cNvSpPr/>
          <p:nvPr/>
        </p:nvSpPr>
        <p:spPr>
          <a:xfrm>
            <a:off x="8961120" y="2103120"/>
            <a:ext cx="2377440" cy="173736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8"/>
          <p:cNvSpPr/>
          <p:nvPr/>
        </p:nvSpPr>
        <p:spPr>
          <a:xfrm>
            <a:off x="8961120" y="2103120"/>
            <a:ext cx="237744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8"/>
          <p:cNvSpPr txBox="1"/>
          <p:nvPr/>
        </p:nvSpPr>
        <p:spPr>
          <a:xfrm>
            <a:off x="8961120" y="21031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8"/>
          <p:cNvSpPr txBox="1"/>
          <p:nvPr/>
        </p:nvSpPr>
        <p:spPr>
          <a:xfrm>
            <a:off x="9070848" y="2542032"/>
            <a:ext cx="2157984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+ sku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+ price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+ checkStock()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9" name="Google Shape;509;p28"/>
          <p:cNvCxnSpPr/>
          <p:nvPr/>
        </p:nvCxnSpPr>
        <p:spPr>
          <a:xfrm>
            <a:off x="3291840" y="2880360"/>
            <a:ext cx="1645920" cy="0"/>
          </a:xfrm>
          <a:prstGeom prst="straightConnector1">
            <a:avLst/>
          </a:prstGeom>
          <a:noFill/>
          <a:ln w="19050" cap="flat" cmpd="sng">
            <a:solidFill>
              <a:srgbClr val="6B7A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0" name="Google Shape;510;p28"/>
          <p:cNvCxnSpPr/>
          <p:nvPr/>
        </p:nvCxnSpPr>
        <p:spPr>
          <a:xfrm>
            <a:off x="7315200" y="2880360"/>
            <a:ext cx="1645920" cy="0"/>
          </a:xfrm>
          <a:prstGeom prst="straightConnector1">
            <a:avLst/>
          </a:prstGeom>
          <a:noFill/>
          <a:ln w="19050" cap="flat" cmpd="sng">
            <a:solidFill>
              <a:srgbClr val="6B7A9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1" name="Google Shape;511;p28"/>
          <p:cNvSpPr txBox="1"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FIGURE 1-10   A class diagram, of the kind produced by tools such as IBM Rational Rose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8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Class diagrams capture the objects a system works with, their attributes, and the relationships between them — a foundation for object-oriented design (covered later in this chapter).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9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IMPROVING DEVELOPMENT · RAD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9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Rapid Application Development (RAD)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9"/>
          <p:cNvSpPr/>
          <p:nvPr/>
        </p:nvSpPr>
        <p:spPr>
          <a:xfrm>
            <a:off x="548640" y="16916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9"/>
          <p:cNvSpPr txBox="1"/>
          <p:nvPr/>
        </p:nvSpPr>
        <p:spPr>
          <a:xfrm>
            <a:off x="914400" y="1847088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approach to developing information systems that promises faster, cheaper results by having developers and end users work together, in real time, throughout the build.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9"/>
          <p:cNvSpPr txBox="1"/>
          <p:nvPr/>
        </p:nvSpPr>
        <p:spPr>
          <a:xfrm>
            <a:off x="548640" y="3108960"/>
            <a:ext cx="1106424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 methodology built to radically decrease </a:t>
            </a:r>
            <a:r>
              <a:rPr lang="en-US" sz="1400" b="1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design and implementation time</a:t>
            </a:r>
            <a:r>
              <a:rPr lang="en-US" sz="14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400"/>
              <a:buFont typeface="Calibri"/>
              <a:buNone/>
            </a:pPr>
            <a:endParaRPr lang="en-US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400"/>
              <a:buFont typeface="Calibri"/>
              <a:buNone/>
            </a:pPr>
            <a:r>
              <a:rPr lang="en-US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Build something quickly → show it to users → get feedback → improve it → repeat.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400"/>
              <a:buFont typeface="Calibri"/>
              <a:buNone/>
            </a:pPr>
            <a:endParaRPr lang="en-US" sz="1400" b="0" i="0" u="none" strike="noStrike" cap="non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It relies on: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9"/>
          <p:cNvSpPr/>
          <p:nvPr/>
        </p:nvSpPr>
        <p:spPr>
          <a:xfrm>
            <a:off x="548640" y="4535424"/>
            <a:ext cx="2715768" cy="457200"/>
          </a:xfrm>
          <a:prstGeom prst="roundRect">
            <a:avLst>
              <a:gd name="adj" fmla="val 50000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9"/>
          <p:cNvSpPr txBox="1"/>
          <p:nvPr/>
        </p:nvSpPr>
        <p:spPr>
          <a:xfrm>
            <a:off x="548640" y="4535424"/>
            <a:ext cx="2715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Extensive user involvement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9"/>
          <p:cNvSpPr/>
          <p:nvPr/>
        </p:nvSpPr>
        <p:spPr>
          <a:xfrm>
            <a:off x="3447288" y="4535424"/>
            <a:ext cx="1412748" cy="457200"/>
          </a:xfrm>
          <a:prstGeom prst="roundRect">
            <a:avLst>
              <a:gd name="adj" fmla="val 50000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9"/>
          <p:cNvSpPr txBox="1"/>
          <p:nvPr/>
        </p:nvSpPr>
        <p:spPr>
          <a:xfrm>
            <a:off x="3447288" y="4535424"/>
            <a:ext cx="14127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Prototyping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9"/>
          <p:cNvSpPr/>
          <p:nvPr/>
        </p:nvSpPr>
        <p:spPr>
          <a:xfrm>
            <a:off x="5042916" y="4535424"/>
            <a:ext cx="3845052" cy="457200"/>
          </a:xfrm>
          <a:prstGeom prst="roundRect">
            <a:avLst>
              <a:gd name="adj" fmla="val 50000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9"/>
          <p:cNvSpPr txBox="1"/>
          <p:nvPr/>
        </p:nvSpPr>
        <p:spPr>
          <a:xfrm>
            <a:off x="5042916" y="4535424"/>
            <a:ext cx="38450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Joint Application Design (JAD) sessions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9"/>
          <p:cNvSpPr/>
          <p:nvPr/>
        </p:nvSpPr>
        <p:spPr>
          <a:xfrm>
            <a:off x="9070848" y="4517136"/>
            <a:ext cx="2281428" cy="457200"/>
          </a:xfrm>
          <a:prstGeom prst="roundRect">
            <a:avLst>
              <a:gd name="adj" fmla="val 50000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9"/>
          <p:cNvSpPr txBox="1"/>
          <p:nvPr/>
        </p:nvSpPr>
        <p:spPr>
          <a:xfrm>
            <a:off x="9070848" y="4517136"/>
            <a:ext cx="22814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Integrated CASE tools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9"/>
          <p:cNvSpPr/>
          <p:nvPr/>
        </p:nvSpPr>
        <p:spPr>
          <a:xfrm>
            <a:off x="548640" y="5129784"/>
            <a:ext cx="1760220" cy="457200"/>
          </a:xfrm>
          <a:prstGeom prst="roundRect">
            <a:avLst>
              <a:gd name="adj" fmla="val 50000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9"/>
          <p:cNvSpPr txBox="1"/>
          <p:nvPr/>
        </p:nvSpPr>
        <p:spPr>
          <a:xfrm>
            <a:off x="548640" y="5129784"/>
            <a:ext cx="17602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generators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IMPROVING DEVELOPMENT · RAD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RAD Life Cycle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0"/>
          <p:cNvSpPr/>
          <p:nvPr/>
        </p:nvSpPr>
        <p:spPr>
          <a:xfrm>
            <a:off x="653796" y="237744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30"/>
          <p:cNvSpPr txBox="1"/>
          <p:nvPr/>
        </p:nvSpPr>
        <p:spPr>
          <a:xfrm>
            <a:off x="653796" y="237744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0"/>
          <p:cNvSpPr txBox="1"/>
          <p:nvPr/>
        </p:nvSpPr>
        <p:spPr>
          <a:xfrm>
            <a:off x="3031236" y="26974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0"/>
          <p:cNvSpPr/>
          <p:nvPr/>
        </p:nvSpPr>
        <p:spPr>
          <a:xfrm>
            <a:off x="3488436" y="237744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30"/>
          <p:cNvSpPr txBox="1"/>
          <p:nvPr/>
        </p:nvSpPr>
        <p:spPr>
          <a:xfrm>
            <a:off x="3488436" y="237744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0"/>
          <p:cNvSpPr txBox="1"/>
          <p:nvPr/>
        </p:nvSpPr>
        <p:spPr>
          <a:xfrm>
            <a:off x="5865876" y="26974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0"/>
          <p:cNvSpPr/>
          <p:nvPr/>
        </p:nvSpPr>
        <p:spPr>
          <a:xfrm>
            <a:off x="6323076" y="237744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0"/>
          <p:cNvSpPr txBox="1"/>
          <p:nvPr/>
        </p:nvSpPr>
        <p:spPr>
          <a:xfrm>
            <a:off x="6323076" y="237744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Construction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0"/>
          <p:cNvSpPr txBox="1"/>
          <p:nvPr/>
        </p:nvSpPr>
        <p:spPr>
          <a:xfrm>
            <a:off x="8700516" y="26974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0"/>
          <p:cNvSpPr/>
          <p:nvPr/>
        </p:nvSpPr>
        <p:spPr>
          <a:xfrm>
            <a:off x="9157716" y="237744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30"/>
          <p:cNvSpPr txBox="1"/>
          <p:nvPr/>
        </p:nvSpPr>
        <p:spPr>
          <a:xfrm>
            <a:off x="9157716" y="237744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Cutover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0"/>
          <p:cNvSpPr txBox="1"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FIGURE 1-11  RAD life cycle — user design and construction often loop repeatedly before cutover.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68CF1EFF-0FE6-5B8B-BAC4-6E2A00D5B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542;p30">
            <a:extLst>
              <a:ext uri="{FF2B5EF4-FFF2-40B4-BE49-F238E27FC236}">
                <a16:creationId xmlns:a16="http://schemas.microsoft.com/office/drawing/2014/main" id="{0733350A-1033-04E4-FA0B-1A43E2F352A3}"/>
              </a:ext>
            </a:extLst>
          </p:cNvPr>
          <p:cNvSpPr/>
          <p:nvPr/>
        </p:nvSpPr>
        <p:spPr>
          <a:xfrm>
            <a:off x="653796" y="1527225"/>
            <a:ext cx="5747004" cy="2031325"/>
          </a:xfrm>
          <a:prstGeom prst="roundRect">
            <a:avLst>
              <a:gd name="adj" fmla="val 7692"/>
            </a:avLst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The developers and users identify the main business requirements.</a:t>
            </a:r>
          </a:p>
          <a:p>
            <a:endParaRPr lang="en-US" sz="1200">
              <a:solidFill>
                <a:schemeClr val="tx1"/>
              </a:solidFill>
              <a:latin typeface="Cambria"/>
              <a:ea typeface="Cambria"/>
            </a:endParaRPr>
          </a:p>
          <a:p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For example, for a student registration system: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Students can view courses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Students can register for courses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Students can drop courses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Advisors can approve registration </a:t>
            </a:r>
          </a:p>
          <a:p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The goal is not necessarily to specify every detail at this stage</a:t>
            </a:r>
          </a:p>
        </p:txBody>
      </p:sp>
      <p:sp>
        <p:nvSpPr>
          <p:cNvPr id="540" name="Google Shape;540;p30">
            <a:extLst>
              <a:ext uri="{FF2B5EF4-FFF2-40B4-BE49-F238E27FC236}">
                <a16:creationId xmlns:a16="http://schemas.microsoft.com/office/drawing/2014/main" id="{4CBDABA3-7928-C2DC-0A5B-801ADDBEFAD7}"/>
              </a:ext>
            </a:extLst>
          </p:cNvPr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IMPROVING DEVELOPMENT · RAD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0">
            <a:extLst>
              <a:ext uri="{FF2B5EF4-FFF2-40B4-BE49-F238E27FC236}">
                <a16:creationId xmlns:a16="http://schemas.microsoft.com/office/drawing/2014/main" id="{CB6AD54E-2F7F-9A91-A9CF-E557A4A79F02}"/>
              </a:ext>
            </a:extLst>
          </p:cNvPr>
          <p:cNvSpPr txBox="1"/>
          <p:nvPr/>
        </p:nvSpPr>
        <p:spPr>
          <a:xfrm>
            <a:off x="548640" y="66751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RAD Life Cycle (Example)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0">
            <a:extLst>
              <a:ext uri="{FF2B5EF4-FFF2-40B4-BE49-F238E27FC236}">
                <a16:creationId xmlns:a16="http://schemas.microsoft.com/office/drawing/2014/main" id="{57425697-DF6C-EF2C-04E0-018CDA87229B}"/>
              </a:ext>
            </a:extLst>
          </p:cNvPr>
          <p:cNvSpPr txBox="1"/>
          <p:nvPr/>
        </p:nvSpPr>
        <p:spPr>
          <a:xfrm>
            <a:off x="3031236" y="5550408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0">
            <a:extLst>
              <a:ext uri="{FF2B5EF4-FFF2-40B4-BE49-F238E27FC236}">
                <a16:creationId xmlns:a16="http://schemas.microsoft.com/office/drawing/2014/main" id="{03538917-C9AB-24FF-9644-53A0D2625298}"/>
              </a:ext>
            </a:extLst>
          </p:cNvPr>
          <p:cNvSpPr txBox="1"/>
          <p:nvPr/>
        </p:nvSpPr>
        <p:spPr>
          <a:xfrm>
            <a:off x="5865876" y="5550408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0">
            <a:extLst>
              <a:ext uri="{FF2B5EF4-FFF2-40B4-BE49-F238E27FC236}">
                <a16:creationId xmlns:a16="http://schemas.microsoft.com/office/drawing/2014/main" id="{E1569C6D-7451-9FF9-7D89-CC5758F60C68}"/>
              </a:ext>
            </a:extLst>
          </p:cNvPr>
          <p:cNvSpPr/>
          <p:nvPr/>
        </p:nvSpPr>
        <p:spPr>
          <a:xfrm>
            <a:off x="6647688" y="1463040"/>
            <a:ext cx="5230368" cy="2322399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>
                <a:solidFill>
                  <a:schemeClr val="bg1"/>
                </a:solidFill>
                <a:latin typeface="Cambria"/>
                <a:ea typeface="Cambria"/>
              </a:rPr>
              <a:t>Developers and users work together to design the system.</a:t>
            </a:r>
          </a:p>
          <a:p>
            <a:endParaRPr lang="en-US" sz="1200">
              <a:solidFill>
                <a:schemeClr val="bg1"/>
              </a:solidFill>
              <a:latin typeface="Cambria"/>
              <a:ea typeface="Cambria"/>
            </a:endParaRPr>
          </a:p>
          <a:p>
            <a:r>
              <a:rPr lang="en-US" sz="1200">
                <a:solidFill>
                  <a:schemeClr val="bg1"/>
                </a:solidFill>
                <a:latin typeface="Cambria"/>
                <a:ea typeface="Cambria"/>
              </a:rPr>
              <a:t>The user can immediately say: "I don't like this screen. Students should be able to search courses here.“</a:t>
            </a:r>
          </a:p>
          <a:p>
            <a:endParaRPr lang="en-US" sz="1200">
              <a:solidFill>
                <a:schemeClr val="bg1"/>
              </a:solidFill>
              <a:latin typeface="Cambria"/>
              <a:ea typeface="Cambria"/>
            </a:endParaRPr>
          </a:p>
          <a:p>
            <a:r>
              <a:rPr lang="en-US" sz="1200">
                <a:solidFill>
                  <a:schemeClr val="bg1"/>
                </a:solidFill>
                <a:latin typeface="Cambria"/>
                <a:ea typeface="Cambria"/>
              </a:rPr>
              <a:t>The design is then changed.</a:t>
            </a:r>
          </a:p>
          <a:p>
            <a:endParaRPr lang="en-US" sz="1200">
              <a:solidFill>
                <a:schemeClr val="bg1"/>
              </a:solidFill>
              <a:latin typeface="Cambria"/>
              <a:ea typeface="Cambria"/>
            </a:endParaRPr>
          </a:p>
          <a:p>
            <a:r>
              <a:rPr lang="en-US" sz="1200">
                <a:solidFill>
                  <a:schemeClr val="bg1"/>
                </a:solidFill>
                <a:latin typeface="Cambria"/>
                <a:ea typeface="Cambria"/>
              </a:rPr>
              <a:t>This is one of the most important ideas in RAD: Users participate continuously in the design.</a:t>
            </a:r>
          </a:p>
        </p:txBody>
      </p:sp>
      <p:sp>
        <p:nvSpPr>
          <p:cNvPr id="554" name="Google Shape;554;p30">
            <a:extLst>
              <a:ext uri="{FF2B5EF4-FFF2-40B4-BE49-F238E27FC236}">
                <a16:creationId xmlns:a16="http://schemas.microsoft.com/office/drawing/2014/main" id="{7C2BA271-86A2-EB26-7E6A-C49C91EC7EFD}"/>
              </a:ext>
            </a:extLst>
          </p:cNvPr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42;p30">
            <a:extLst>
              <a:ext uri="{FF2B5EF4-FFF2-40B4-BE49-F238E27FC236}">
                <a16:creationId xmlns:a16="http://schemas.microsoft.com/office/drawing/2014/main" id="{1C31F93A-FFEF-8CAD-60C4-E39D40C91968}"/>
              </a:ext>
            </a:extLst>
          </p:cNvPr>
          <p:cNvSpPr/>
          <p:nvPr/>
        </p:nvSpPr>
        <p:spPr>
          <a:xfrm>
            <a:off x="653796" y="3838944"/>
            <a:ext cx="5833872" cy="2684741"/>
          </a:xfrm>
          <a:prstGeom prst="roundRect">
            <a:avLst>
              <a:gd name="adj" fmla="val 7692"/>
            </a:avLst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The developers build the actual system rapidly.</a:t>
            </a:r>
          </a:p>
          <a:p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RAD often makes heavy use of: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Reusable components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Frameworks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Code generators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Database tools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Prototyping tools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Low-code/no-code tools </a:t>
            </a:r>
          </a:p>
          <a:p>
            <a:r>
              <a:rPr lang="en-US" sz="1200">
                <a:solidFill>
                  <a:schemeClr val="tx1"/>
                </a:solidFill>
                <a:latin typeface="Cambria"/>
                <a:ea typeface="Cambria"/>
              </a:rPr>
              <a:t>Instead of building everything from scratch, developers try to </a:t>
            </a:r>
            <a:r>
              <a:rPr lang="en-US" sz="1200" b="1">
                <a:solidFill>
                  <a:schemeClr val="tx1"/>
                </a:solidFill>
                <a:latin typeface="Cambria"/>
                <a:ea typeface="Cambria"/>
              </a:rPr>
              <a:t>reuse existing components.</a:t>
            </a:r>
          </a:p>
          <a:p>
            <a:endParaRPr lang="en-US"/>
          </a:p>
        </p:txBody>
      </p:sp>
      <p:sp>
        <p:nvSpPr>
          <p:cNvPr id="7" name="Google Shape;551;p30">
            <a:extLst>
              <a:ext uri="{FF2B5EF4-FFF2-40B4-BE49-F238E27FC236}">
                <a16:creationId xmlns:a16="http://schemas.microsoft.com/office/drawing/2014/main" id="{3F2FFB9A-4870-5A2C-CF2D-FC322241FF7F}"/>
              </a:ext>
            </a:extLst>
          </p:cNvPr>
          <p:cNvSpPr/>
          <p:nvPr/>
        </p:nvSpPr>
        <p:spPr>
          <a:xfrm>
            <a:off x="6725412" y="3866376"/>
            <a:ext cx="5129784" cy="2662439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bg1"/>
                </a:solidFill>
                <a:latin typeface="Cambria"/>
                <a:ea typeface="Cambria"/>
              </a:rPr>
              <a:t>The finished system is prepared for actual use.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bg1"/>
                </a:solidFill>
                <a:latin typeface="Cambria"/>
                <a:ea typeface="Cambria"/>
              </a:rPr>
              <a:t>This can include: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Cambria"/>
                <a:ea typeface="Cambria"/>
              </a:rPr>
              <a:t>Final testing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Cambria"/>
                <a:ea typeface="Cambria"/>
              </a:rPr>
              <a:t>Data conversion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Cambria"/>
                <a:ea typeface="Cambria"/>
              </a:rPr>
              <a:t>User training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Cambria"/>
                <a:ea typeface="Cambria"/>
              </a:rPr>
              <a:t>Deployment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Cambria"/>
                <a:ea typeface="Cambria"/>
              </a:rPr>
              <a:t>Maintenance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bg1"/>
                </a:solidFill>
                <a:latin typeface="Cambria"/>
                <a:ea typeface="Cambria"/>
              </a:rPr>
              <a:t>Then the system becomes available to users.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D36C23-4349-02D7-A7AB-9242AC5218A3}"/>
              </a:ext>
            </a:extLst>
          </p:cNvPr>
          <p:cNvSpPr/>
          <p:nvPr/>
        </p:nvSpPr>
        <p:spPr>
          <a:xfrm>
            <a:off x="6094476" y="1504955"/>
            <a:ext cx="475488" cy="54557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BDE93E4-52BB-13A3-1EF7-E19D30027647}"/>
              </a:ext>
            </a:extLst>
          </p:cNvPr>
          <p:cNvSpPr/>
          <p:nvPr/>
        </p:nvSpPr>
        <p:spPr>
          <a:xfrm>
            <a:off x="11530584" y="1463040"/>
            <a:ext cx="475488" cy="54557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852DC78-A427-46DF-F158-C00652046B51}"/>
              </a:ext>
            </a:extLst>
          </p:cNvPr>
          <p:cNvSpPr/>
          <p:nvPr/>
        </p:nvSpPr>
        <p:spPr>
          <a:xfrm>
            <a:off x="6172200" y="3796271"/>
            <a:ext cx="475488" cy="54557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8C1DBE3-9054-C62E-ED66-88418B399897}"/>
              </a:ext>
            </a:extLst>
          </p:cNvPr>
          <p:cNvSpPr/>
          <p:nvPr/>
        </p:nvSpPr>
        <p:spPr>
          <a:xfrm>
            <a:off x="11529060" y="3866376"/>
            <a:ext cx="475488" cy="54557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46621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IMPROVING DEVELOPMENT · SOA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Service-Oriented Architecture (SOA)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1"/>
          <p:cNvSpPr/>
          <p:nvPr/>
        </p:nvSpPr>
        <p:spPr>
          <a:xfrm>
            <a:off x="1097280" y="2103120"/>
            <a:ext cx="9966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31"/>
          <p:cNvSpPr/>
          <p:nvPr/>
        </p:nvSpPr>
        <p:spPr>
          <a:xfrm>
            <a:off x="1463040" y="2468880"/>
            <a:ext cx="1005840" cy="100584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31"/>
          <p:cNvSpPr txBox="1"/>
          <p:nvPr/>
        </p:nvSpPr>
        <p:spPr>
          <a:xfrm>
            <a:off x="2743200" y="233172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An approach to systems development based on building complete systems by assembling software components — each modeling a generic business function.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>
          <a:extLst>
            <a:ext uri="{FF2B5EF4-FFF2-40B4-BE49-F238E27FC236}">
              <a16:creationId xmlns:a16="http://schemas.microsoft.com/office/drawing/2014/main" id="{64B5F5C1-7674-B8A7-5202-C52D355B2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1556D315-FA09-EF06-3868-8D7A33878018}"/>
              </a:ext>
            </a:extLst>
          </p:cNvPr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IMPROVING DEVELOPMENT · SOA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1">
            <a:extLst>
              <a:ext uri="{FF2B5EF4-FFF2-40B4-BE49-F238E27FC236}">
                <a16:creationId xmlns:a16="http://schemas.microsoft.com/office/drawing/2014/main" id="{35AB523E-21BF-2E9A-FF26-F7708A8AF087}"/>
              </a:ext>
            </a:extLst>
          </p:cNvPr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Service-Oriented Architecture (SOA)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1">
            <a:extLst>
              <a:ext uri="{FF2B5EF4-FFF2-40B4-BE49-F238E27FC236}">
                <a16:creationId xmlns:a16="http://schemas.microsoft.com/office/drawing/2014/main" id="{694A179A-0A39-9B01-F694-46E4AB7EEDE8}"/>
              </a:ext>
            </a:extLst>
          </p:cNvPr>
          <p:cNvSpPr/>
          <p:nvPr/>
        </p:nvSpPr>
        <p:spPr>
          <a:xfrm>
            <a:off x="1097280" y="2103120"/>
            <a:ext cx="9966960" cy="3602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service is a software component that performs a specific business function and makes that function available to other applications.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Services communicate through messages.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example, a SOAP-based service might exchange XML messages.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Modern service-oriented systems may also use: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REST APIs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/>
              <a:t>JSON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HTTP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messaging systems</a:t>
            </a:r>
          </a:p>
        </p:txBody>
      </p:sp>
      <p:sp>
        <p:nvSpPr>
          <p:cNvPr id="566" name="Google Shape;566;p31">
            <a:extLst>
              <a:ext uri="{FF2B5EF4-FFF2-40B4-BE49-F238E27FC236}">
                <a16:creationId xmlns:a16="http://schemas.microsoft.com/office/drawing/2014/main" id="{E08475E3-D175-AA90-699C-E1C54E698CC1}"/>
              </a:ext>
            </a:extLst>
          </p:cNvPr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8653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IMPROVING DEVELOPMENT · SOA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Service-Oriented Architecture (cont.)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2"/>
          <p:cNvSpPr/>
          <p:nvPr/>
        </p:nvSpPr>
        <p:spPr>
          <a:xfrm>
            <a:off x="5074920" y="315468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32"/>
          <p:cNvSpPr txBox="1"/>
          <p:nvPr/>
        </p:nvSpPr>
        <p:spPr>
          <a:xfrm>
            <a:off x="5074920" y="315468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 Check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2"/>
          <p:cNvSpPr/>
          <p:nvPr/>
        </p:nvSpPr>
        <p:spPr>
          <a:xfrm>
            <a:off x="1783080" y="182880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32"/>
          <p:cNvSpPr txBox="1"/>
          <p:nvPr/>
        </p:nvSpPr>
        <p:spPr>
          <a:xfrm>
            <a:off x="1783080" y="182880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Online Store App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8" name="Google Shape;578;p32"/>
          <p:cNvCxnSpPr>
            <a:cxnSpLocks/>
            <a:stCxn id="577" idx="2"/>
            <a:endCxn id="575" idx="1"/>
          </p:cNvCxnSpPr>
          <p:nvPr/>
        </p:nvCxnSpPr>
        <p:spPr>
          <a:xfrm rot="16200000" flipH="1">
            <a:off x="3383280" y="1965960"/>
            <a:ext cx="1097280" cy="2286000"/>
          </a:xfrm>
          <a:prstGeom prst="curvedConnector2">
            <a:avLst/>
          </a:prstGeom>
          <a:noFill/>
          <a:ln w="19050" cap="flat" cmpd="sng">
            <a:solidFill>
              <a:srgbClr val="6B7A99"/>
            </a:solidFill>
            <a:prstDash val="solid"/>
            <a:round/>
            <a:headEnd type="none" w="sm" len="sm"/>
            <a:tailEnd type="triangle" w="lg" len="lg"/>
          </a:ln>
        </p:spPr>
      </p:cxnSp>
      <p:sp>
        <p:nvSpPr>
          <p:cNvPr id="579" name="Google Shape;579;p32"/>
          <p:cNvSpPr/>
          <p:nvPr/>
        </p:nvSpPr>
        <p:spPr>
          <a:xfrm>
            <a:off x="8366760" y="182880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32"/>
          <p:cNvSpPr txBox="1"/>
          <p:nvPr/>
        </p:nvSpPr>
        <p:spPr>
          <a:xfrm>
            <a:off x="8366760" y="182880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Loan Application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1" name="Google Shape;581;p32"/>
          <p:cNvCxnSpPr>
            <a:cxnSpLocks/>
            <a:stCxn id="580" idx="2"/>
            <a:endCxn id="575" idx="3"/>
          </p:cNvCxnSpPr>
          <p:nvPr/>
        </p:nvCxnSpPr>
        <p:spPr>
          <a:xfrm rot="5400000">
            <a:off x="7680960" y="1965960"/>
            <a:ext cx="1097280" cy="2286000"/>
          </a:xfrm>
          <a:prstGeom prst="curvedConnector2">
            <a:avLst/>
          </a:prstGeom>
          <a:noFill/>
          <a:ln w="19050" cap="flat" cmpd="sng">
            <a:solidFill>
              <a:srgbClr val="6B7A99"/>
            </a:solidFill>
            <a:prstDash val="solid"/>
            <a:round/>
            <a:headEnd type="none" w="sm" len="sm"/>
            <a:tailEnd type="triangle" w="lg" len="lg"/>
          </a:ln>
        </p:spPr>
      </p:cxnSp>
      <p:sp>
        <p:nvSpPr>
          <p:cNvPr id="582" name="Google Shape;582;p32"/>
          <p:cNvSpPr/>
          <p:nvPr/>
        </p:nvSpPr>
        <p:spPr>
          <a:xfrm>
            <a:off x="1783080" y="47548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2"/>
          <p:cNvSpPr txBox="1"/>
          <p:nvPr/>
        </p:nvSpPr>
        <p:spPr>
          <a:xfrm>
            <a:off x="1783080" y="475488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 Banking App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4" name="Google Shape;584;p32"/>
          <p:cNvCxnSpPr>
            <a:cxnSpLocks/>
            <a:stCxn id="583" idx="0"/>
            <a:endCxn id="575" idx="1"/>
          </p:cNvCxnSpPr>
          <p:nvPr/>
        </p:nvCxnSpPr>
        <p:spPr>
          <a:xfrm rot="5400000" flipH="1" flipV="1">
            <a:off x="3383280" y="3063240"/>
            <a:ext cx="1097280" cy="2286000"/>
          </a:xfrm>
          <a:prstGeom prst="curvedConnector2">
            <a:avLst/>
          </a:prstGeom>
          <a:noFill/>
          <a:ln w="19050" cap="flat" cmpd="sng">
            <a:solidFill>
              <a:srgbClr val="6B7A99"/>
            </a:solidFill>
            <a:prstDash val="solid"/>
            <a:round/>
            <a:headEnd type="none" w="sm" len="sm"/>
            <a:tailEnd type="triangle" w="lg" len="lg"/>
          </a:ln>
        </p:spPr>
      </p:cxnSp>
      <p:sp>
        <p:nvSpPr>
          <p:cNvPr id="585" name="Google Shape;585;p32"/>
          <p:cNvSpPr/>
          <p:nvPr/>
        </p:nvSpPr>
        <p:spPr>
          <a:xfrm>
            <a:off x="8366760" y="47548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32"/>
          <p:cNvSpPr txBox="1"/>
          <p:nvPr/>
        </p:nvSpPr>
        <p:spPr>
          <a:xfrm>
            <a:off x="8366760" y="475488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 Service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7" name="Google Shape;587;p32"/>
          <p:cNvCxnSpPr>
            <a:cxnSpLocks/>
            <a:stCxn id="586" idx="0"/>
            <a:endCxn id="575" idx="3"/>
          </p:cNvCxnSpPr>
          <p:nvPr/>
        </p:nvCxnSpPr>
        <p:spPr>
          <a:xfrm rot="16200000" flipV="1">
            <a:off x="7680960" y="3063240"/>
            <a:ext cx="1097280" cy="2286000"/>
          </a:xfrm>
          <a:prstGeom prst="curvedConnector2">
            <a:avLst/>
          </a:prstGeom>
          <a:noFill/>
          <a:ln w="19050" cap="flat" cmpd="sng">
            <a:solidFill>
              <a:srgbClr val="6B7A99"/>
            </a:solidFill>
            <a:prstDash val="solid"/>
            <a:round/>
            <a:headEnd type="none" w="sm" len="sm"/>
            <a:tailEnd type="triangle" w="lg" len="lg"/>
          </a:ln>
        </p:spPr>
      </p:cxnSp>
      <p:sp>
        <p:nvSpPr>
          <p:cNvPr id="588" name="Google Shape;588;p3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FIGURE 1-12  A single credit-check service reused by several applications and other services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3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IMPROVING DEVELOPMENT · AGILE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3"/>
          <p:cNvSpPr txBox="1"/>
          <p:nvPr/>
        </p:nvSpPr>
        <p:spPr>
          <a:xfrm>
            <a:off x="57912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sym typeface="Cambria"/>
              </a:rPr>
              <a:t>Agile</a:t>
            </a:r>
            <a:r>
              <a:rPr lang="en-US"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sym typeface="Cambria"/>
              </a:rPr>
              <a:t>Methodologies</a:t>
            </a:r>
            <a:endParaRPr sz="3000" b="1">
              <a:solidFill>
                <a:srgbClr val="1E2761"/>
              </a:solidFill>
              <a:latin typeface="Cambria"/>
              <a:ea typeface="Cambria"/>
              <a:sym typeface="Calibri"/>
            </a:endParaRPr>
          </a:p>
        </p:txBody>
      </p:sp>
      <p:sp>
        <p:nvSpPr>
          <p:cNvPr id="597" name="Google Shape;597;p33"/>
          <p:cNvSpPr txBox="1"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Motivated by the recognition that software development is fluid, unpredictable, and dynamic — not a fixed, fully specifiable process.</a:t>
            </a:r>
            <a:endParaRPr sz="15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3"/>
          <p:cNvSpPr/>
          <p:nvPr/>
        </p:nvSpPr>
        <p:spPr>
          <a:xfrm>
            <a:off x="548640" y="25146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3"/>
          <p:cNvSpPr/>
          <p:nvPr/>
        </p:nvSpPr>
        <p:spPr>
          <a:xfrm>
            <a:off x="548640" y="2514600"/>
            <a:ext cx="109728" cy="105156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33"/>
          <p:cNvSpPr txBox="1"/>
          <p:nvPr/>
        </p:nvSpPr>
        <p:spPr>
          <a:xfrm>
            <a:off x="914400" y="262432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3DDC97"/>
                </a:solidFill>
                <a:latin typeface="Cambria"/>
                <a:ea typeface="Cambria"/>
                <a:cs typeface="Cambria"/>
                <a:sym typeface="Cambria"/>
              </a:rPr>
              <a:t>Adaptive, not predictive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3"/>
          <p:cNvSpPr txBox="1"/>
          <p:nvPr/>
        </p:nvSpPr>
        <p:spPr>
          <a:xfrm>
            <a:off x="914400" y="297180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Plans flex as understanding of the problem grows.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3"/>
          <p:cNvSpPr/>
          <p:nvPr/>
        </p:nvSpPr>
        <p:spPr>
          <a:xfrm>
            <a:off x="548640" y="3749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33"/>
          <p:cNvSpPr/>
          <p:nvPr/>
        </p:nvSpPr>
        <p:spPr>
          <a:xfrm>
            <a:off x="548640" y="3749040"/>
            <a:ext cx="109728" cy="105156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33"/>
          <p:cNvSpPr txBox="1"/>
          <p:nvPr/>
        </p:nvSpPr>
        <p:spPr>
          <a:xfrm>
            <a:off x="914400" y="385876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3DDC97"/>
                </a:solidFill>
                <a:latin typeface="Cambria"/>
                <a:ea typeface="Cambria"/>
                <a:cs typeface="Cambria"/>
                <a:sym typeface="Cambria"/>
              </a:rPr>
              <a:t>People over roles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3"/>
          <p:cNvSpPr txBox="1"/>
          <p:nvPr/>
        </p:nvSpPr>
        <p:spPr>
          <a:xfrm>
            <a:off x="914400" y="420624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Individuals and their interactions matter more than rigid job titles.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3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33"/>
          <p:cNvSpPr/>
          <p:nvPr/>
        </p:nvSpPr>
        <p:spPr>
          <a:xfrm>
            <a:off x="548640" y="4983480"/>
            <a:ext cx="109728" cy="105156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33"/>
          <p:cNvSpPr txBox="1"/>
          <p:nvPr/>
        </p:nvSpPr>
        <p:spPr>
          <a:xfrm>
            <a:off x="914400" y="50932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3DDC97"/>
                </a:solidFill>
                <a:latin typeface="Cambria"/>
                <a:ea typeface="Cambria"/>
                <a:cs typeface="Cambria"/>
                <a:sym typeface="Cambria"/>
              </a:rPr>
              <a:t>Self-adapting processes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3"/>
          <p:cNvSpPr txBox="1"/>
          <p:nvPr/>
        </p:nvSpPr>
        <p:spPr>
          <a:xfrm>
            <a:off x="914400" y="544068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team continually tunes how it works, not just what it builds.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4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AGILE · FOUNDATIONS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4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Agile Manifesto: Four Core Values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4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Written in 2001 by a group of software practitioners, the Agile Manifesto reframed what teams should value most — without discarding the item on the right entirely.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4"/>
          <p:cNvSpPr/>
          <p:nvPr/>
        </p:nvSpPr>
        <p:spPr>
          <a:xfrm>
            <a:off x="548640" y="2194560"/>
            <a:ext cx="6492240" cy="868680"/>
          </a:xfrm>
          <a:prstGeom prst="roundRect">
            <a:avLst>
              <a:gd name="adj" fmla="val 8421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4"/>
          <p:cNvSpPr txBox="1"/>
          <p:nvPr/>
        </p:nvSpPr>
        <p:spPr>
          <a:xfrm>
            <a:off x="777240" y="2194560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Individuals and interactions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4"/>
          <p:cNvSpPr txBox="1"/>
          <p:nvPr/>
        </p:nvSpPr>
        <p:spPr>
          <a:xfrm>
            <a:off x="7114032" y="2194560"/>
            <a:ext cx="822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200"/>
              <a:buFont typeface="Calibri"/>
              <a:buNone/>
            </a:pPr>
            <a:r>
              <a:rPr lang="en-US" sz="1200" b="1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over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4"/>
          <p:cNvSpPr/>
          <p:nvPr/>
        </p:nvSpPr>
        <p:spPr>
          <a:xfrm>
            <a:off x="8001000" y="21945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E9EE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4"/>
          <p:cNvSpPr txBox="1"/>
          <p:nvPr/>
        </p:nvSpPr>
        <p:spPr>
          <a:xfrm>
            <a:off x="8183880" y="219456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processes and tools</a:t>
            </a:r>
            <a:endParaRPr sz="1300" b="1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4"/>
          <p:cNvSpPr/>
          <p:nvPr/>
        </p:nvSpPr>
        <p:spPr>
          <a:xfrm>
            <a:off x="548640" y="3218688"/>
            <a:ext cx="6492240" cy="868680"/>
          </a:xfrm>
          <a:prstGeom prst="roundRect">
            <a:avLst>
              <a:gd name="adj" fmla="val 8421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34"/>
          <p:cNvSpPr txBox="1"/>
          <p:nvPr/>
        </p:nvSpPr>
        <p:spPr>
          <a:xfrm>
            <a:off x="777240" y="3218688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software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4"/>
          <p:cNvSpPr txBox="1"/>
          <p:nvPr/>
        </p:nvSpPr>
        <p:spPr>
          <a:xfrm>
            <a:off x="7114032" y="3218688"/>
            <a:ext cx="822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200"/>
              <a:buFont typeface="Calibri"/>
              <a:buNone/>
            </a:pPr>
            <a:r>
              <a:rPr lang="en-US" sz="1200" b="1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over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4"/>
          <p:cNvSpPr/>
          <p:nvPr/>
        </p:nvSpPr>
        <p:spPr>
          <a:xfrm>
            <a:off x="8001000" y="3218688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E9EE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34"/>
          <p:cNvSpPr txBox="1"/>
          <p:nvPr/>
        </p:nvSpPr>
        <p:spPr>
          <a:xfrm>
            <a:off x="8183880" y="3218688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comprehensive documentation</a:t>
            </a:r>
            <a:endParaRPr sz="1300" b="1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4"/>
          <p:cNvSpPr/>
          <p:nvPr/>
        </p:nvSpPr>
        <p:spPr>
          <a:xfrm>
            <a:off x="548640" y="4242816"/>
            <a:ext cx="6492240" cy="868680"/>
          </a:xfrm>
          <a:prstGeom prst="roundRect">
            <a:avLst>
              <a:gd name="adj" fmla="val 8421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34"/>
          <p:cNvSpPr txBox="1"/>
          <p:nvPr/>
        </p:nvSpPr>
        <p:spPr>
          <a:xfrm>
            <a:off x="777240" y="4242816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collaboration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4"/>
          <p:cNvSpPr txBox="1"/>
          <p:nvPr/>
        </p:nvSpPr>
        <p:spPr>
          <a:xfrm>
            <a:off x="7114032" y="4242816"/>
            <a:ext cx="822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200"/>
              <a:buFont typeface="Calibri"/>
              <a:buNone/>
            </a:pPr>
            <a:r>
              <a:rPr lang="en-US" sz="1200" b="1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over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4"/>
          <p:cNvSpPr/>
          <p:nvPr/>
        </p:nvSpPr>
        <p:spPr>
          <a:xfrm>
            <a:off x="8001000" y="4242816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E9EE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34"/>
          <p:cNvSpPr txBox="1"/>
          <p:nvPr/>
        </p:nvSpPr>
        <p:spPr>
          <a:xfrm>
            <a:off x="8183880" y="4242816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contract negotiation</a:t>
            </a:r>
            <a:endParaRPr sz="1300" b="1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4"/>
          <p:cNvSpPr/>
          <p:nvPr/>
        </p:nvSpPr>
        <p:spPr>
          <a:xfrm>
            <a:off x="548640" y="5266944"/>
            <a:ext cx="6492240" cy="868680"/>
          </a:xfrm>
          <a:prstGeom prst="roundRect">
            <a:avLst>
              <a:gd name="adj" fmla="val 8421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34"/>
          <p:cNvSpPr txBox="1"/>
          <p:nvPr/>
        </p:nvSpPr>
        <p:spPr>
          <a:xfrm>
            <a:off x="777240" y="5266944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Responding to change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4"/>
          <p:cNvSpPr txBox="1"/>
          <p:nvPr/>
        </p:nvSpPr>
        <p:spPr>
          <a:xfrm>
            <a:off x="7114032" y="5266944"/>
            <a:ext cx="822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200"/>
              <a:buFont typeface="Calibri"/>
              <a:buNone/>
            </a:pPr>
            <a:r>
              <a:rPr lang="en-US" sz="1200" b="1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over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4"/>
          <p:cNvSpPr/>
          <p:nvPr/>
        </p:nvSpPr>
        <p:spPr>
          <a:xfrm>
            <a:off x="8001000" y="5266944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E9EE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34"/>
          <p:cNvSpPr txBox="1"/>
          <p:nvPr/>
        </p:nvSpPr>
        <p:spPr>
          <a:xfrm>
            <a:off x="8183880" y="5266944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following a plan</a:t>
            </a:r>
            <a:endParaRPr sz="1300" b="1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5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AGILE · FOUNDATIONS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5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Agile Principles in Practice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5"/>
          <p:cNvSpPr/>
          <p:nvPr/>
        </p:nvSpPr>
        <p:spPr>
          <a:xfrm>
            <a:off x="562356" y="1892808"/>
            <a:ext cx="365760" cy="36576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35"/>
          <p:cNvSpPr txBox="1"/>
          <p:nvPr/>
        </p:nvSpPr>
        <p:spPr>
          <a:xfrm>
            <a:off x="562356" y="18928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5"/>
          <p:cNvSpPr txBox="1"/>
          <p:nvPr/>
        </p:nvSpPr>
        <p:spPr>
          <a:xfrm>
            <a:off x="1065276" y="1783080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Deliver working software early and continuously.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5"/>
          <p:cNvSpPr/>
          <p:nvPr/>
        </p:nvSpPr>
        <p:spPr>
          <a:xfrm>
            <a:off x="6323076" y="1892808"/>
            <a:ext cx="365760" cy="36576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35"/>
          <p:cNvSpPr txBox="1"/>
          <p:nvPr/>
        </p:nvSpPr>
        <p:spPr>
          <a:xfrm>
            <a:off x="6323076" y="18928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5"/>
          <p:cNvSpPr txBox="1"/>
          <p:nvPr/>
        </p:nvSpPr>
        <p:spPr>
          <a:xfrm>
            <a:off x="6825996" y="1783080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Welcome changing requirements, even late in development.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5"/>
          <p:cNvSpPr/>
          <p:nvPr/>
        </p:nvSpPr>
        <p:spPr>
          <a:xfrm>
            <a:off x="562356" y="2926080"/>
            <a:ext cx="365760" cy="36576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35"/>
          <p:cNvSpPr txBox="1"/>
          <p:nvPr/>
        </p:nvSpPr>
        <p:spPr>
          <a:xfrm>
            <a:off x="562356" y="2926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5"/>
          <p:cNvSpPr txBox="1"/>
          <p:nvPr/>
        </p:nvSpPr>
        <p:spPr>
          <a:xfrm>
            <a:off x="1065276" y="2816352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Ship frequently — weeks rather than months between releases.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5"/>
          <p:cNvSpPr/>
          <p:nvPr/>
        </p:nvSpPr>
        <p:spPr>
          <a:xfrm>
            <a:off x="6323076" y="2926080"/>
            <a:ext cx="365760" cy="36576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35"/>
          <p:cNvSpPr txBox="1"/>
          <p:nvPr/>
        </p:nvSpPr>
        <p:spPr>
          <a:xfrm>
            <a:off x="6323076" y="2926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5"/>
          <p:cNvSpPr txBox="1"/>
          <p:nvPr/>
        </p:nvSpPr>
        <p:spPr>
          <a:xfrm>
            <a:off x="6825996" y="2816352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Business people and developers work together daily.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5"/>
          <p:cNvSpPr/>
          <p:nvPr/>
        </p:nvSpPr>
        <p:spPr>
          <a:xfrm>
            <a:off x="562356" y="3959352"/>
            <a:ext cx="365760" cy="36576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35"/>
          <p:cNvSpPr txBox="1"/>
          <p:nvPr/>
        </p:nvSpPr>
        <p:spPr>
          <a:xfrm>
            <a:off x="562356" y="3959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5"/>
          <p:cNvSpPr txBox="1"/>
          <p:nvPr/>
        </p:nvSpPr>
        <p:spPr>
          <a:xfrm>
            <a:off x="1065276" y="3849624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Build projects around motivated, trusted individuals.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5"/>
          <p:cNvSpPr/>
          <p:nvPr/>
        </p:nvSpPr>
        <p:spPr>
          <a:xfrm>
            <a:off x="6323076" y="3959352"/>
            <a:ext cx="365760" cy="36576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35"/>
          <p:cNvSpPr txBox="1"/>
          <p:nvPr/>
        </p:nvSpPr>
        <p:spPr>
          <a:xfrm>
            <a:off x="6323076" y="3959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5"/>
          <p:cNvSpPr txBox="1"/>
          <p:nvPr/>
        </p:nvSpPr>
        <p:spPr>
          <a:xfrm>
            <a:off x="6825996" y="3849624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Maintain a sustainable pace indefinitely.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5"/>
          <p:cNvSpPr/>
          <p:nvPr/>
        </p:nvSpPr>
        <p:spPr>
          <a:xfrm>
            <a:off x="562356" y="4992624"/>
            <a:ext cx="365760" cy="36576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35"/>
          <p:cNvSpPr txBox="1"/>
          <p:nvPr/>
        </p:nvSpPr>
        <p:spPr>
          <a:xfrm>
            <a:off x="562356" y="4992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5"/>
          <p:cNvSpPr txBox="1"/>
          <p:nvPr/>
        </p:nvSpPr>
        <p:spPr>
          <a:xfrm>
            <a:off x="1065276" y="4882896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Keep designs simple; maximize the work not done.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5"/>
          <p:cNvSpPr/>
          <p:nvPr/>
        </p:nvSpPr>
        <p:spPr>
          <a:xfrm>
            <a:off x="6323076" y="4992624"/>
            <a:ext cx="365760" cy="36576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35"/>
          <p:cNvSpPr txBox="1"/>
          <p:nvPr/>
        </p:nvSpPr>
        <p:spPr>
          <a:xfrm>
            <a:off x="6323076" y="4992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5"/>
          <p:cNvSpPr txBox="1"/>
          <p:nvPr/>
        </p:nvSpPr>
        <p:spPr>
          <a:xfrm>
            <a:off x="6825996" y="4882896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Let teams self-organize and reflect regularly on how to improve.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6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AGILE · FRAMEWORKS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6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Popular Agile Frameworks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6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36"/>
          <p:cNvSpPr/>
          <p:nvPr/>
        </p:nvSpPr>
        <p:spPr>
          <a:xfrm>
            <a:off x="548640" y="1737360"/>
            <a:ext cx="128016" cy="10972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36"/>
          <p:cNvSpPr txBox="1"/>
          <p:nvPr/>
        </p:nvSpPr>
        <p:spPr>
          <a:xfrm>
            <a:off x="914400" y="18288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Scrum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6"/>
          <p:cNvSpPr txBox="1"/>
          <p:nvPr/>
        </p:nvSpPr>
        <p:spPr>
          <a:xfrm>
            <a:off x="3749040" y="18288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The most popular Agile framework. Work is organized into fixed-length sprints (typically 1-4 weeks), with defined roles (Product Owner, Scrum Master, Development Team) and ceremonies (sprint planning, daily standup, sprint review, retrospective). Great for teams needing structure and clear cadence.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endParaRPr lang="en-US" sz="11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Short video explaining scrum: </a:t>
            </a:r>
            <a:r>
              <a:rPr lang="en-US" sz="11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https://www.youtube.com/watch?v=9TycLR0TqFA&amp;t=5s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6"/>
          <p:cNvSpPr/>
          <p:nvPr/>
        </p:nvSpPr>
        <p:spPr>
          <a:xfrm>
            <a:off x="548640" y="2962656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36"/>
          <p:cNvSpPr/>
          <p:nvPr/>
        </p:nvSpPr>
        <p:spPr>
          <a:xfrm>
            <a:off x="548640" y="2962656"/>
            <a:ext cx="128016" cy="10972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36"/>
          <p:cNvSpPr txBox="1"/>
          <p:nvPr/>
        </p:nvSpPr>
        <p:spPr>
          <a:xfrm>
            <a:off x="914400" y="305409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Kanban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6"/>
          <p:cNvSpPr txBox="1"/>
          <p:nvPr/>
        </p:nvSpPr>
        <p:spPr>
          <a:xfrm>
            <a:off x="3749040" y="3054096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 flow-based approach using a visual board with columns (e.g., To Do → In Progress → Done) and work-in-progress (WIP) limits. No fixed iterations — work is pulled continuously as capacity allows. Ideal for teams with unpredictable or continuous streams of work (e.g., support/ops teams).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6"/>
          <p:cNvSpPr/>
          <p:nvPr/>
        </p:nvSpPr>
        <p:spPr>
          <a:xfrm>
            <a:off x="548640" y="4187952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36"/>
          <p:cNvSpPr/>
          <p:nvPr/>
        </p:nvSpPr>
        <p:spPr>
          <a:xfrm>
            <a:off x="548640" y="4187952"/>
            <a:ext cx="128016" cy="10972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36"/>
          <p:cNvSpPr txBox="1"/>
          <p:nvPr/>
        </p:nvSpPr>
        <p:spPr>
          <a:xfrm>
            <a:off x="914400" y="4279392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Lean Software Development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6"/>
          <p:cNvSpPr txBox="1"/>
          <p:nvPr/>
        </p:nvSpPr>
        <p:spPr>
          <a:xfrm>
            <a:off x="3749040" y="4279392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Adapts Lean manufacturing principles (from Toyota) to software: eliminate waste, amplify learning, decide as late as possible, deliver fast, build integrity in, and see the whole. More a set of principles than a prescriptive process.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6"/>
          <p:cNvSpPr/>
          <p:nvPr/>
        </p:nvSpPr>
        <p:spPr>
          <a:xfrm>
            <a:off x="548640" y="5413248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6"/>
          <p:cNvSpPr/>
          <p:nvPr/>
        </p:nvSpPr>
        <p:spPr>
          <a:xfrm>
            <a:off x="548640" y="5413248"/>
            <a:ext cx="128016" cy="10972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6"/>
          <p:cNvSpPr txBox="1"/>
          <p:nvPr/>
        </p:nvSpPr>
        <p:spPr>
          <a:xfrm>
            <a:off x="914400" y="5504688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eXtreme Programming (XP)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6"/>
          <p:cNvSpPr txBox="1"/>
          <p:nvPr/>
        </p:nvSpPr>
        <p:spPr>
          <a:xfrm>
            <a:off x="3749040" y="5504688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Focuses heavily on engineering practices to ensure high code quality and technical excellence: TDD, pair programming, continuous integration, refactoring, simple design, and collective code ownership. Often combined with Scrum ("</a:t>
            </a:r>
            <a:r>
              <a:rPr lang="en-US" sz="1150" b="0" i="0" u="none" strike="noStrike" cap="none" err="1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Scrumban</a:t>
            </a:r>
            <a:r>
              <a:rPr lang="en-US" sz="11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" isn't this, but XP practices frequently layer on top of Scrum).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857901F1-38D0-01BA-C8E8-F6848E35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6">
            <a:extLst>
              <a:ext uri="{FF2B5EF4-FFF2-40B4-BE49-F238E27FC236}">
                <a16:creationId xmlns:a16="http://schemas.microsoft.com/office/drawing/2014/main" id="{E25E044B-B58F-512B-7940-44AD76215C46}"/>
              </a:ext>
            </a:extLst>
          </p:cNvPr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AGILE · FRAMEWORKS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6">
            <a:extLst>
              <a:ext uri="{FF2B5EF4-FFF2-40B4-BE49-F238E27FC236}">
                <a16:creationId xmlns:a16="http://schemas.microsoft.com/office/drawing/2014/main" id="{6C8F0FB3-9A19-5949-E987-177F25AC9011}"/>
              </a:ext>
            </a:extLst>
          </p:cNvPr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Popular Agile Frameworks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6">
            <a:extLst>
              <a:ext uri="{FF2B5EF4-FFF2-40B4-BE49-F238E27FC236}">
                <a16:creationId xmlns:a16="http://schemas.microsoft.com/office/drawing/2014/main" id="{6D3D0547-A21A-7DAE-4A22-73CCA9DF935C}"/>
              </a:ext>
            </a:extLst>
          </p:cNvPr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074984-D1BB-263A-DB98-2CFFCD342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696139"/>
              </p:ext>
            </p:extLst>
          </p:nvPr>
        </p:nvGraphicFramePr>
        <p:xfrm>
          <a:off x="1344169" y="1481328"/>
          <a:ext cx="9326880" cy="506577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920239">
                  <a:extLst>
                    <a:ext uri="{9D8B030D-6E8A-4147-A177-3AD203B41FA5}">
                      <a16:colId xmlns:a16="http://schemas.microsoft.com/office/drawing/2014/main" val="2322134168"/>
                    </a:ext>
                  </a:extLst>
                </a:gridCol>
                <a:gridCol w="4297681">
                  <a:extLst>
                    <a:ext uri="{9D8B030D-6E8A-4147-A177-3AD203B41FA5}">
                      <a16:colId xmlns:a16="http://schemas.microsoft.com/office/drawing/2014/main" val="2293219785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1750735748"/>
                    </a:ext>
                  </a:extLst>
                </a:gridCol>
              </a:tblGrid>
              <a:tr h="276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Aspect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rgbClr val="1E276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Scrum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rgbClr val="1E276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Kanban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984250"/>
                  </a:ext>
                </a:extLst>
              </a:tr>
              <a:tr h="276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Cadence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Fixed-length sprints (1-4 weeks)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Continuous flow, no fixed iterations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795124"/>
                  </a:ext>
                </a:extLst>
              </a:tr>
              <a:tr h="47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Roles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Defined roles: Product Owner, Scrum Master, Development Team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No prescribed roles — works with existing team structure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499272"/>
                  </a:ext>
                </a:extLst>
              </a:tr>
              <a:tr h="47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Planning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Sprint planning at the start of each sprint; scope is locked for the sprint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Continuous planning; work pulled as capacity allows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3146"/>
                  </a:ext>
                </a:extLst>
              </a:tr>
              <a:tr h="47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mid-cycle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Discouraged — sprint backlog is fixed once sprint starts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Welcomed — new items can be added anytime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817085"/>
                  </a:ext>
                </a:extLst>
              </a:tr>
              <a:tr h="47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Key mechanism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Sprint backlog + burndown chart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Visual board + WIP (work-in-progress) limits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220426"/>
                  </a:ext>
                </a:extLst>
              </a:tr>
              <a:tr h="47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Meetings/ceremonies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Daily standup, sprint planning, sprint review, retrospective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No mandatory meetings (though many teams add standups)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2188383"/>
                  </a:ext>
                </a:extLst>
              </a:tr>
              <a:tr h="276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Metrics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Velocity (story points per sprint)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Cycle time, lead time, throughput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4299477"/>
                  </a:ext>
                </a:extLst>
              </a:tr>
              <a:tr h="276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Delivery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At the end of each sprint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Continuously, as each item is completed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1594133"/>
                  </a:ext>
                </a:extLst>
              </a:tr>
              <a:tr h="858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Best for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Teams that benefit from structure, predictable rhythm, and batching work (e.g., product development with defined feature sets)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Teams with variable, unpredictable, or continuous work (e.g., support, ops, maintenance)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231203"/>
                  </a:ext>
                </a:extLst>
              </a:tr>
              <a:tr h="276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Flexibility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Lower — commit to sprint scope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Higher — reprioritize anytime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385916"/>
                  </a:ext>
                </a:extLst>
              </a:tr>
              <a:tr h="47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Learning curve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Steeper — more roles/ceremonies to adopt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Cambria"/>
                          <a:ea typeface="Cambria"/>
                          <a:cs typeface="+mn-cs"/>
                          <a:sym typeface="Arial"/>
                        </a:rPr>
                        <a:t>Gentler — can overlay on existing process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925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4969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7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AGILE · APPLYING 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7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When to Use Agile Methodologies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7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Agile approaches tend to work best when a project involves: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7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7"/>
          <p:cNvSpPr txBox="1"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7"/>
          <p:cNvSpPr txBox="1"/>
          <p:nvPr/>
        </p:nvSpPr>
        <p:spPr>
          <a:xfrm>
            <a:off x="1325880" y="2167128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Unpredictable or dynamic requirements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7"/>
          <p:cNvSpPr txBox="1"/>
          <p:nvPr/>
        </p:nvSpPr>
        <p:spPr>
          <a:xfrm>
            <a:off x="1325880" y="254203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Needs are likely to shift as stakeholders learn more.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7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37"/>
          <p:cNvSpPr txBox="1"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7"/>
          <p:cNvSpPr txBox="1"/>
          <p:nvPr/>
        </p:nvSpPr>
        <p:spPr>
          <a:xfrm>
            <a:off x="1325880" y="3310128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Responsible, motivated developers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7"/>
          <p:cNvSpPr txBox="1"/>
          <p:nvPr/>
        </p:nvSpPr>
        <p:spPr>
          <a:xfrm>
            <a:off x="1325880" y="368503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The team can be trusted to self-organize and self-correct.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7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37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7"/>
          <p:cNvSpPr txBox="1"/>
          <p:nvPr/>
        </p:nvSpPr>
        <p:spPr>
          <a:xfrm>
            <a:off x="1325880" y="4453128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Engaged customers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7"/>
          <p:cNvSpPr txBox="1"/>
          <p:nvPr/>
        </p:nvSpPr>
        <p:spPr>
          <a:xfrm>
            <a:off x="1325880" y="482803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Customers understand the process and stay actively involved.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8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AGILE · APPLYING 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8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Agile in Practice: Benefits and Challenges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8"/>
          <p:cNvSpPr/>
          <p:nvPr/>
        </p:nvSpPr>
        <p:spPr>
          <a:xfrm>
            <a:off x="548640" y="182880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8"/>
          <p:cNvSpPr/>
          <p:nvPr/>
        </p:nvSpPr>
        <p:spPr>
          <a:xfrm>
            <a:off x="548640" y="182880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8"/>
          <p:cNvSpPr txBox="1"/>
          <p:nvPr/>
        </p:nvSpPr>
        <p:spPr>
          <a:xfrm>
            <a:off x="548640" y="182880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Benefits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8"/>
          <p:cNvSpPr txBox="1"/>
          <p:nvPr/>
        </p:nvSpPr>
        <p:spPr>
          <a:xfrm>
            <a:off x="868680" y="260604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•  Faster feedback from real users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8"/>
          <p:cNvSpPr txBox="1"/>
          <p:nvPr/>
        </p:nvSpPr>
        <p:spPr>
          <a:xfrm>
            <a:off x="868680" y="34747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•  Higher quality through constant testing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8"/>
          <p:cNvSpPr txBox="1"/>
          <p:nvPr/>
        </p:nvSpPr>
        <p:spPr>
          <a:xfrm>
            <a:off x="868680" y="434340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•  Easier to adapt as priorities shift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8"/>
          <p:cNvSpPr/>
          <p:nvPr/>
        </p:nvSpPr>
        <p:spPr>
          <a:xfrm>
            <a:off x="6400800" y="182880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38"/>
          <p:cNvSpPr/>
          <p:nvPr/>
        </p:nvSpPr>
        <p:spPr>
          <a:xfrm>
            <a:off x="6400800" y="182880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C97A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38"/>
          <p:cNvSpPr txBox="1"/>
          <p:nvPr/>
        </p:nvSpPr>
        <p:spPr>
          <a:xfrm>
            <a:off x="6400800" y="182880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Challenges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8"/>
          <p:cNvSpPr txBox="1"/>
          <p:nvPr/>
        </p:nvSpPr>
        <p:spPr>
          <a:xfrm>
            <a:off x="6720840" y="260604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•  Harder to fix cost and scope up front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8"/>
          <p:cNvSpPr txBox="1"/>
          <p:nvPr/>
        </p:nvSpPr>
        <p:spPr>
          <a:xfrm>
            <a:off x="6720840" y="34747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•  Needs consistent customer availability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8"/>
          <p:cNvSpPr txBox="1"/>
          <p:nvPr/>
        </p:nvSpPr>
        <p:spPr>
          <a:xfrm>
            <a:off x="6720840" y="434340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•  Requires discipline without heavy process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9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AGILE · EXTREME PROGRAMMING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9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eXtreme Programming (XP): Core Values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9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XP pushes agile discipline down to day-to-day coding practice. It rests on five core values: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9"/>
          <p:cNvSpPr/>
          <p:nvPr/>
        </p:nvSpPr>
        <p:spPr>
          <a:xfrm>
            <a:off x="589788" y="224028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9"/>
          <p:cNvSpPr/>
          <p:nvPr/>
        </p:nvSpPr>
        <p:spPr>
          <a:xfrm>
            <a:off x="1339596" y="2468880"/>
            <a:ext cx="585216" cy="585216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9"/>
          <p:cNvSpPr txBox="1"/>
          <p:nvPr/>
        </p:nvSpPr>
        <p:spPr>
          <a:xfrm>
            <a:off x="1339596" y="246888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9"/>
          <p:cNvSpPr txBox="1"/>
          <p:nvPr/>
        </p:nvSpPr>
        <p:spPr>
          <a:xfrm>
            <a:off x="681228" y="3200400"/>
            <a:ext cx="190195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Communication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9"/>
          <p:cNvSpPr txBox="1"/>
          <p:nvPr/>
        </p:nvSpPr>
        <p:spPr>
          <a:xfrm>
            <a:off x="726948" y="3703320"/>
            <a:ext cx="181051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Talk constantly — across the team and with the customer.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9"/>
          <p:cNvSpPr/>
          <p:nvPr/>
        </p:nvSpPr>
        <p:spPr>
          <a:xfrm>
            <a:off x="2820924" y="224028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9"/>
          <p:cNvSpPr/>
          <p:nvPr/>
        </p:nvSpPr>
        <p:spPr>
          <a:xfrm>
            <a:off x="3570732" y="2468880"/>
            <a:ext cx="585216" cy="585216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39"/>
          <p:cNvSpPr txBox="1"/>
          <p:nvPr/>
        </p:nvSpPr>
        <p:spPr>
          <a:xfrm>
            <a:off x="3570732" y="246888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9"/>
          <p:cNvSpPr txBox="1"/>
          <p:nvPr/>
        </p:nvSpPr>
        <p:spPr>
          <a:xfrm>
            <a:off x="2912364" y="3200400"/>
            <a:ext cx="190195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Simplicity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9"/>
          <p:cNvSpPr txBox="1"/>
          <p:nvPr/>
        </p:nvSpPr>
        <p:spPr>
          <a:xfrm>
            <a:off x="2958084" y="3703320"/>
            <a:ext cx="181051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Build the simplest thing that could possibly work.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9"/>
          <p:cNvSpPr/>
          <p:nvPr/>
        </p:nvSpPr>
        <p:spPr>
          <a:xfrm>
            <a:off x="5052060" y="224028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9"/>
          <p:cNvSpPr/>
          <p:nvPr/>
        </p:nvSpPr>
        <p:spPr>
          <a:xfrm>
            <a:off x="5801868" y="2468880"/>
            <a:ext cx="585216" cy="585216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39"/>
          <p:cNvSpPr txBox="1"/>
          <p:nvPr/>
        </p:nvSpPr>
        <p:spPr>
          <a:xfrm>
            <a:off x="5801868" y="246888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9"/>
          <p:cNvSpPr txBox="1"/>
          <p:nvPr/>
        </p:nvSpPr>
        <p:spPr>
          <a:xfrm>
            <a:off x="5143500" y="3200400"/>
            <a:ext cx="190195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Feedback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9"/>
          <p:cNvSpPr txBox="1"/>
          <p:nvPr/>
        </p:nvSpPr>
        <p:spPr>
          <a:xfrm>
            <a:off x="5189220" y="3703320"/>
            <a:ext cx="181051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Learn fast from tests, customers, and the running system.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9"/>
          <p:cNvSpPr/>
          <p:nvPr/>
        </p:nvSpPr>
        <p:spPr>
          <a:xfrm>
            <a:off x="7283196" y="224028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39"/>
          <p:cNvSpPr/>
          <p:nvPr/>
        </p:nvSpPr>
        <p:spPr>
          <a:xfrm>
            <a:off x="8033004" y="2468880"/>
            <a:ext cx="585216" cy="585216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39"/>
          <p:cNvSpPr txBox="1"/>
          <p:nvPr/>
        </p:nvSpPr>
        <p:spPr>
          <a:xfrm>
            <a:off x="8033004" y="246888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9"/>
          <p:cNvSpPr txBox="1"/>
          <p:nvPr/>
        </p:nvSpPr>
        <p:spPr>
          <a:xfrm>
            <a:off x="7374636" y="3200400"/>
            <a:ext cx="190195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Courage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9"/>
          <p:cNvSpPr txBox="1"/>
          <p:nvPr/>
        </p:nvSpPr>
        <p:spPr>
          <a:xfrm>
            <a:off x="7420356" y="3703320"/>
            <a:ext cx="181051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Raise problems, refactor boldly, tell the truth about progress.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9"/>
          <p:cNvSpPr/>
          <p:nvPr/>
        </p:nvSpPr>
        <p:spPr>
          <a:xfrm>
            <a:off x="9514332" y="224028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39"/>
          <p:cNvSpPr/>
          <p:nvPr/>
        </p:nvSpPr>
        <p:spPr>
          <a:xfrm>
            <a:off x="10264140" y="2468880"/>
            <a:ext cx="585216" cy="585216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39"/>
          <p:cNvSpPr txBox="1"/>
          <p:nvPr/>
        </p:nvSpPr>
        <p:spPr>
          <a:xfrm>
            <a:off x="10264140" y="246888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9"/>
          <p:cNvSpPr txBox="1"/>
          <p:nvPr/>
        </p:nvSpPr>
        <p:spPr>
          <a:xfrm>
            <a:off x="9605772" y="3200400"/>
            <a:ext cx="190195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Respect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9"/>
          <p:cNvSpPr txBox="1"/>
          <p:nvPr/>
        </p:nvSpPr>
        <p:spPr>
          <a:xfrm>
            <a:off x="9651492" y="3703320"/>
            <a:ext cx="181051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Value every contributor's work and judgment.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AGILE · EXTREME PROGRAMMING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0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XP Practices: Building It Right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0"/>
          <p:cNvSpPr/>
          <p:nvPr/>
        </p:nvSpPr>
        <p:spPr>
          <a:xfrm>
            <a:off x="548640" y="178308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40"/>
          <p:cNvSpPr/>
          <p:nvPr/>
        </p:nvSpPr>
        <p:spPr>
          <a:xfrm>
            <a:off x="822960" y="2039112"/>
            <a:ext cx="502920" cy="5029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40"/>
          <p:cNvSpPr txBox="1"/>
          <p:nvPr/>
        </p:nvSpPr>
        <p:spPr>
          <a:xfrm>
            <a:off x="822960" y="20391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0"/>
          <p:cNvSpPr txBox="1"/>
          <p:nvPr/>
        </p:nvSpPr>
        <p:spPr>
          <a:xfrm>
            <a:off x="1554480" y="1911096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Pair Programming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0"/>
          <p:cNvSpPr txBox="1"/>
          <p:nvPr/>
        </p:nvSpPr>
        <p:spPr>
          <a:xfrm>
            <a:off x="1554480" y="2286000"/>
            <a:ext cx="9784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Two developers share one workstation — one writes code while the other reviews it in real time, catching defects immediately.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0"/>
          <p:cNvSpPr/>
          <p:nvPr/>
        </p:nvSpPr>
        <p:spPr>
          <a:xfrm>
            <a:off x="548640" y="329184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40"/>
          <p:cNvSpPr/>
          <p:nvPr/>
        </p:nvSpPr>
        <p:spPr>
          <a:xfrm>
            <a:off x="822960" y="3547872"/>
            <a:ext cx="502920" cy="5029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0"/>
          <p:cNvSpPr txBox="1"/>
          <p:nvPr/>
        </p:nvSpPr>
        <p:spPr>
          <a:xfrm>
            <a:off x="822960" y="35478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0"/>
          <p:cNvSpPr txBox="1"/>
          <p:nvPr/>
        </p:nvSpPr>
        <p:spPr>
          <a:xfrm>
            <a:off x="1554480" y="3419856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Test-Driven Development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40"/>
          <p:cNvSpPr txBox="1"/>
          <p:nvPr/>
        </p:nvSpPr>
        <p:spPr>
          <a:xfrm>
            <a:off x="1554480" y="3794760"/>
            <a:ext cx="9784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Write an automated test before writing the code that makes it pass, so every feature ships with proof it works.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40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40"/>
          <p:cNvSpPr/>
          <p:nvPr/>
        </p:nvSpPr>
        <p:spPr>
          <a:xfrm>
            <a:off x="822960" y="5056632"/>
            <a:ext cx="502920" cy="5029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40"/>
          <p:cNvSpPr txBox="1"/>
          <p:nvPr/>
        </p:nvSpPr>
        <p:spPr>
          <a:xfrm>
            <a:off x="822960" y="50566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0"/>
          <p:cNvSpPr txBox="1"/>
          <p:nvPr/>
        </p:nvSpPr>
        <p:spPr>
          <a:xfrm>
            <a:off x="1554480" y="4928616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Continuous Integration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0"/>
          <p:cNvSpPr txBox="1"/>
          <p:nvPr/>
        </p:nvSpPr>
        <p:spPr>
          <a:xfrm>
            <a:off x="1554480" y="5303520"/>
            <a:ext cx="9784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Merge and build code many times a day so integration problems surface within minutes, not weeks.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AGILE · EXTREME PROGRAMMING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XP Practices: Keeping It Right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41"/>
          <p:cNvSpPr/>
          <p:nvPr/>
        </p:nvSpPr>
        <p:spPr>
          <a:xfrm>
            <a:off x="548640" y="178308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41"/>
          <p:cNvSpPr/>
          <p:nvPr/>
        </p:nvSpPr>
        <p:spPr>
          <a:xfrm>
            <a:off x="822960" y="2039112"/>
            <a:ext cx="502920" cy="5029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41"/>
          <p:cNvSpPr txBox="1"/>
          <p:nvPr/>
        </p:nvSpPr>
        <p:spPr>
          <a:xfrm>
            <a:off x="822960" y="20391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41"/>
          <p:cNvSpPr txBox="1"/>
          <p:nvPr/>
        </p:nvSpPr>
        <p:spPr>
          <a:xfrm>
            <a:off x="1554480" y="1911096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Refactoring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41"/>
          <p:cNvSpPr txBox="1"/>
          <p:nvPr/>
        </p:nvSpPr>
        <p:spPr>
          <a:xfrm>
            <a:off x="1554480" y="2286000"/>
            <a:ext cx="9784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Continuously restructure existing code to keep it clean, without changing what it does.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41"/>
          <p:cNvSpPr/>
          <p:nvPr/>
        </p:nvSpPr>
        <p:spPr>
          <a:xfrm>
            <a:off x="548640" y="329184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41"/>
          <p:cNvSpPr/>
          <p:nvPr/>
        </p:nvSpPr>
        <p:spPr>
          <a:xfrm>
            <a:off x="822960" y="3547872"/>
            <a:ext cx="502920" cy="5029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41"/>
          <p:cNvSpPr txBox="1"/>
          <p:nvPr/>
        </p:nvSpPr>
        <p:spPr>
          <a:xfrm>
            <a:off x="822960" y="35478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1"/>
          <p:cNvSpPr txBox="1"/>
          <p:nvPr/>
        </p:nvSpPr>
        <p:spPr>
          <a:xfrm>
            <a:off x="1554480" y="3419856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Collective Code Ownership &amp; On-Site Customer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41"/>
          <p:cNvSpPr txBox="1"/>
          <p:nvPr/>
        </p:nvSpPr>
        <p:spPr>
          <a:xfrm>
            <a:off x="1554480" y="3794760"/>
            <a:ext cx="9784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Any pair can improve any part of the code, and a real customer is available on the team to answer questions immediately.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41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41"/>
          <p:cNvSpPr/>
          <p:nvPr/>
        </p:nvSpPr>
        <p:spPr>
          <a:xfrm>
            <a:off x="822960" y="5056632"/>
            <a:ext cx="502920" cy="50292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41"/>
          <p:cNvSpPr txBox="1"/>
          <p:nvPr/>
        </p:nvSpPr>
        <p:spPr>
          <a:xfrm>
            <a:off x="822960" y="50566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41"/>
          <p:cNvSpPr txBox="1"/>
          <p:nvPr/>
        </p:nvSpPr>
        <p:spPr>
          <a:xfrm>
            <a:off x="1554480" y="4928616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Small Releases &amp; Sustainable Pace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1"/>
          <p:cNvSpPr txBox="1"/>
          <p:nvPr/>
        </p:nvSpPr>
        <p:spPr>
          <a:xfrm>
            <a:off x="1554480" y="5303520"/>
            <a:ext cx="9784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Ship small, working increments often, at a pace the team can sustain indefinitely — not through crunch.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AGILE · EXTREME PROGRAMMING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eXtreme Programming: Coding and Testing Together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42"/>
          <p:cNvSpPr txBox="1"/>
          <p:nvPr/>
        </p:nvSpPr>
        <p:spPr>
          <a:xfrm>
            <a:off x="914400" y="169164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Coding and testing operate together, in short, incremental cycles, rather than as separate phases performed by separate people.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42"/>
          <p:cNvSpPr txBox="1"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Advantages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2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42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2"/>
          <p:cNvSpPr txBox="1"/>
          <p:nvPr/>
        </p:nvSpPr>
        <p:spPr>
          <a:xfrm>
            <a:off x="1188720" y="3218688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Communication:  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2"/>
          <p:cNvSpPr txBox="1"/>
          <p:nvPr/>
        </p:nvSpPr>
        <p:spPr>
          <a:xfrm>
            <a:off x="3383280" y="321868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Constant pairing and shared code keep the whole team in sync.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42"/>
          <p:cNvSpPr/>
          <p:nvPr/>
        </p:nvSpPr>
        <p:spPr>
          <a:xfrm>
            <a:off x="640080" y="3950208"/>
            <a:ext cx="384048" cy="384048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2"/>
          <p:cNvSpPr txBox="1"/>
          <p:nvPr/>
        </p:nvSpPr>
        <p:spPr>
          <a:xfrm>
            <a:off x="640080" y="39502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42"/>
          <p:cNvSpPr txBox="1"/>
          <p:nvPr/>
        </p:nvSpPr>
        <p:spPr>
          <a:xfrm>
            <a:off x="1188720" y="3877056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High productivity:  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2"/>
          <p:cNvSpPr txBox="1"/>
          <p:nvPr/>
        </p:nvSpPr>
        <p:spPr>
          <a:xfrm>
            <a:off x="3383280" y="3877056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Fewer defects escape, so less time is lost to rework later.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2"/>
          <p:cNvSpPr/>
          <p:nvPr/>
        </p:nvSpPr>
        <p:spPr>
          <a:xfrm>
            <a:off x="640080" y="4608576"/>
            <a:ext cx="384048" cy="384048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42"/>
          <p:cNvSpPr txBox="1"/>
          <p:nvPr/>
        </p:nvSpPr>
        <p:spPr>
          <a:xfrm>
            <a:off x="640080" y="46085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2"/>
          <p:cNvSpPr txBox="1"/>
          <p:nvPr/>
        </p:nvSpPr>
        <p:spPr>
          <a:xfrm>
            <a:off x="1188720" y="4535424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High-quality code:  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2"/>
          <p:cNvSpPr txBox="1"/>
          <p:nvPr/>
        </p:nvSpPr>
        <p:spPr>
          <a:xfrm>
            <a:off x="3383280" y="4535424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Automated tests and refactoring keep the codebase healthy over time.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3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AGILE · EXTREME PROGRAMMING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XP: Where It Shines, and Where It Strains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3"/>
          <p:cNvSpPr/>
          <p:nvPr/>
        </p:nvSpPr>
        <p:spPr>
          <a:xfrm>
            <a:off x="548640" y="182880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43"/>
          <p:cNvSpPr/>
          <p:nvPr/>
        </p:nvSpPr>
        <p:spPr>
          <a:xfrm>
            <a:off x="548640" y="182880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43"/>
          <p:cNvSpPr txBox="1"/>
          <p:nvPr/>
        </p:nvSpPr>
        <p:spPr>
          <a:xfrm>
            <a:off x="548640" y="182880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Benefits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43"/>
          <p:cNvSpPr txBox="1"/>
          <p:nvPr/>
        </p:nvSpPr>
        <p:spPr>
          <a:xfrm>
            <a:off x="868680" y="260604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•  Defects caught early, close to the source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3"/>
          <p:cNvSpPr txBox="1"/>
          <p:nvPr/>
        </p:nvSpPr>
        <p:spPr>
          <a:xfrm>
            <a:off x="868680" y="352044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•  Codebase stays flexible and easy to change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3"/>
          <p:cNvSpPr txBox="1"/>
          <p:nvPr/>
        </p:nvSpPr>
        <p:spPr>
          <a:xfrm>
            <a:off x="868680" y="443484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•  Customer sees working software constantly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3"/>
          <p:cNvSpPr/>
          <p:nvPr/>
        </p:nvSpPr>
        <p:spPr>
          <a:xfrm>
            <a:off x="6400800" y="182880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43"/>
          <p:cNvSpPr/>
          <p:nvPr/>
        </p:nvSpPr>
        <p:spPr>
          <a:xfrm>
            <a:off x="6400800" y="182880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C97A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43"/>
          <p:cNvSpPr txBox="1"/>
          <p:nvPr/>
        </p:nvSpPr>
        <p:spPr>
          <a:xfrm>
            <a:off x="6400800" y="182880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Challenges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3"/>
          <p:cNvSpPr txBox="1"/>
          <p:nvPr/>
        </p:nvSpPr>
        <p:spPr>
          <a:xfrm>
            <a:off x="6720840" y="260604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•  Pair programming raises short-term staffing cost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3"/>
          <p:cNvSpPr txBox="1"/>
          <p:nvPr/>
        </p:nvSpPr>
        <p:spPr>
          <a:xfrm>
            <a:off x="6720840" y="352044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•  Needs a disciplined, experienced team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3"/>
          <p:cNvSpPr txBox="1"/>
          <p:nvPr/>
        </p:nvSpPr>
        <p:spPr>
          <a:xfrm>
            <a:off x="6720840" y="443484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•  Harder to coordinate across large, distributed teams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4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4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OBJECT ORIENTATION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44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Object-Oriented Analysis and Design (OOAD)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44"/>
          <p:cNvSpPr/>
          <p:nvPr/>
        </p:nvSpPr>
        <p:spPr>
          <a:xfrm>
            <a:off x="548640" y="19202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44"/>
          <p:cNvSpPr/>
          <p:nvPr/>
        </p:nvSpPr>
        <p:spPr>
          <a:xfrm>
            <a:off x="914400" y="224028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44"/>
          <p:cNvSpPr txBox="1"/>
          <p:nvPr/>
        </p:nvSpPr>
        <p:spPr>
          <a:xfrm>
            <a:off x="1920240" y="219456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Based on objects rather than on data or processes in isolation.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600"/>
              <a:buFont typeface="Calibri"/>
              <a:buNone/>
            </a:pPr>
            <a:endParaRPr lang="en-US" sz="160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the problem as objects and their relationships, then design a software solution using those objects.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44"/>
          <p:cNvSpPr txBox="1"/>
          <p:nvPr/>
        </p:nvSpPr>
        <p:spPr>
          <a:xfrm>
            <a:off x="548640" y="36118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Object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44"/>
          <p:cNvSpPr txBox="1"/>
          <p:nvPr/>
        </p:nvSpPr>
        <p:spPr>
          <a:xfrm>
            <a:off x="548640" y="397764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 structure that encapsulates the attributes and behaviors of a real-world entity — bundling its data and the actions it can perform into one unit.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5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OBJECT ORIENTATION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5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Object-Oriented Analysis and Design (cont.)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45"/>
          <p:cNvSpPr/>
          <p:nvPr/>
        </p:nvSpPr>
        <p:spPr>
          <a:xfrm>
            <a:off x="548640" y="201168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45"/>
          <p:cNvSpPr/>
          <p:nvPr/>
        </p:nvSpPr>
        <p:spPr>
          <a:xfrm>
            <a:off x="548640" y="2011680"/>
            <a:ext cx="128016" cy="15544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45"/>
          <p:cNvSpPr txBox="1"/>
          <p:nvPr/>
        </p:nvSpPr>
        <p:spPr>
          <a:xfrm>
            <a:off x="914400" y="2148840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Object Class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5"/>
          <p:cNvSpPr txBox="1"/>
          <p:nvPr/>
        </p:nvSpPr>
        <p:spPr>
          <a:xfrm>
            <a:off x="914400" y="2560320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 logical grouping of objects that share the same attributes and behaviors.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45"/>
          <p:cNvSpPr/>
          <p:nvPr/>
        </p:nvSpPr>
        <p:spPr>
          <a:xfrm>
            <a:off x="548640" y="379476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45"/>
          <p:cNvSpPr/>
          <p:nvPr/>
        </p:nvSpPr>
        <p:spPr>
          <a:xfrm>
            <a:off x="548640" y="3794760"/>
            <a:ext cx="128016" cy="155448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45"/>
          <p:cNvSpPr txBox="1"/>
          <p:nvPr/>
        </p:nvSpPr>
        <p:spPr>
          <a:xfrm>
            <a:off x="914400" y="3931920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Inheritance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5"/>
          <p:cNvSpPr txBox="1"/>
          <p:nvPr/>
        </p:nvSpPr>
        <p:spPr>
          <a:xfrm>
            <a:off x="914400" y="4343400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 hierarchical arrangement of classes that lets subclasses inherit the properties and behaviors of their superclasses.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4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6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OBJECT ORIENTATION · RUP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6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Rational Unified Process (RUP)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46"/>
          <p:cNvSpPr txBox="1"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An object-oriented systems development methodology built around four phases, each organized into a number of iterations.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6"/>
          <p:cNvSpPr/>
          <p:nvPr/>
        </p:nvSpPr>
        <p:spPr>
          <a:xfrm>
            <a:off x="402336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46"/>
          <p:cNvSpPr/>
          <p:nvPr/>
        </p:nvSpPr>
        <p:spPr>
          <a:xfrm>
            <a:off x="402336" y="22860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46"/>
          <p:cNvSpPr txBox="1"/>
          <p:nvPr/>
        </p:nvSpPr>
        <p:spPr>
          <a:xfrm>
            <a:off x="402336" y="22860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Inception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6"/>
          <p:cNvSpPr txBox="1"/>
          <p:nvPr/>
        </p:nvSpPr>
        <p:spPr>
          <a:xfrm>
            <a:off x="539496" y="2926080"/>
            <a:ext cx="233172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Define scope, assess feasibility, understand user requirements, and prepare a development plan.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6"/>
          <p:cNvSpPr txBox="1"/>
          <p:nvPr/>
        </p:nvSpPr>
        <p:spPr>
          <a:xfrm>
            <a:off x="3008376" y="35661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46"/>
          <p:cNvSpPr/>
          <p:nvPr/>
        </p:nvSpPr>
        <p:spPr>
          <a:xfrm>
            <a:off x="3328416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46"/>
          <p:cNvSpPr/>
          <p:nvPr/>
        </p:nvSpPr>
        <p:spPr>
          <a:xfrm>
            <a:off x="3328416" y="22860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46"/>
          <p:cNvSpPr txBox="1"/>
          <p:nvPr/>
        </p:nvSpPr>
        <p:spPr>
          <a:xfrm>
            <a:off x="3328416" y="22860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Elaboration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46"/>
          <p:cNvSpPr txBox="1"/>
          <p:nvPr/>
        </p:nvSpPr>
        <p:spPr>
          <a:xfrm>
            <a:off x="3465576" y="2926080"/>
            <a:ext cx="233172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Detail user requirements and develop a baseline architecture.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46"/>
          <p:cNvSpPr txBox="1"/>
          <p:nvPr/>
        </p:nvSpPr>
        <p:spPr>
          <a:xfrm>
            <a:off x="5934456" y="35661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46"/>
          <p:cNvSpPr/>
          <p:nvPr/>
        </p:nvSpPr>
        <p:spPr>
          <a:xfrm>
            <a:off x="6254496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46"/>
          <p:cNvSpPr/>
          <p:nvPr/>
        </p:nvSpPr>
        <p:spPr>
          <a:xfrm>
            <a:off x="6254496" y="22860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07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46"/>
          <p:cNvSpPr txBox="1"/>
          <p:nvPr/>
        </p:nvSpPr>
        <p:spPr>
          <a:xfrm>
            <a:off x="6254496" y="22860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Construction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6"/>
          <p:cNvSpPr txBox="1"/>
          <p:nvPr/>
        </p:nvSpPr>
        <p:spPr>
          <a:xfrm>
            <a:off x="6391656" y="2926080"/>
            <a:ext cx="233172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Code, test, and document the software.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46"/>
          <p:cNvSpPr txBox="1"/>
          <p:nvPr/>
        </p:nvSpPr>
        <p:spPr>
          <a:xfrm>
            <a:off x="8860536" y="35661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6"/>
          <p:cNvSpPr/>
          <p:nvPr/>
        </p:nvSpPr>
        <p:spPr>
          <a:xfrm>
            <a:off x="9180576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46"/>
          <p:cNvSpPr/>
          <p:nvPr/>
        </p:nvSpPr>
        <p:spPr>
          <a:xfrm>
            <a:off x="9180576" y="22860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46"/>
          <p:cNvSpPr txBox="1"/>
          <p:nvPr/>
        </p:nvSpPr>
        <p:spPr>
          <a:xfrm>
            <a:off x="9180576" y="22860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Transition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46"/>
          <p:cNvSpPr txBox="1"/>
          <p:nvPr/>
        </p:nvSpPr>
        <p:spPr>
          <a:xfrm>
            <a:off x="9317736" y="2926080"/>
            <a:ext cx="233172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Deploy the system, and train and support users.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>
          <a:extLst>
            <a:ext uri="{FF2B5EF4-FFF2-40B4-BE49-F238E27FC236}">
              <a16:creationId xmlns:a16="http://schemas.microsoft.com/office/drawing/2014/main" id="{BAB63405-4F57-876E-D9B6-1475FC9B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6">
            <a:extLst>
              <a:ext uri="{FF2B5EF4-FFF2-40B4-BE49-F238E27FC236}">
                <a16:creationId xmlns:a16="http://schemas.microsoft.com/office/drawing/2014/main" id="{A1F124C3-8D28-F1D2-9AC0-865E54EEC778}"/>
              </a:ext>
            </a:extLst>
          </p:cNvPr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OBJECT ORIENTATION · RUP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6">
            <a:extLst>
              <a:ext uri="{FF2B5EF4-FFF2-40B4-BE49-F238E27FC236}">
                <a16:creationId xmlns:a16="http://schemas.microsoft.com/office/drawing/2014/main" id="{84082C70-7B89-5BFD-2B6D-0C2D36B07FCD}"/>
              </a:ext>
            </a:extLst>
          </p:cNvPr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Rational Unified Process (RUP)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6">
            <a:extLst>
              <a:ext uri="{FF2B5EF4-FFF2-40B4-BE49-F238E27FC236}">
                <a16:creationId xmlns:a16="http://schemas.microsoft.com/office/drawing/2014/main" id="{DFF70F75-67A0-9812-C89F-BDD8C951532F}"/>
              </a:ext>
            </a:extLst>
          </p:cNvPr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The Rational Unified Process">
            <a:extLst>
              <a:ext uri="{FF2B5EF4-FFF2-40B4-BE49-F238E27FC236}">
                <a16:creationId xmlns:a16="http://schemas.microsoft.com/office/drawing/2014/main" id="{F5C3CDDD-3034-7486-6F68-1625A9CE6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251" y="1481328"/>
            <a:ext cx="73870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535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48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WRAPPING UP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8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Our Approach to Systems Development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8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48"/>
          <p:cNvSpPr txBox="1"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48"/>
          <p:cNvSpPr txBox="1"/>
          <p:nvPr/>
        </p:nvSpPr>
        <p:spPr>
          <a:xfrm>
            <a:off x="1280160" y="182880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550"/>
              <a:buFont typeface="Calibri"/>
              <a:buNone/>
            </a:pPr>
            <a:r>
              <a:rPr lang="en-US" sz="15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The SDLC serves as the organizing and guiding principle throughout this book.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8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48"/>
          <p:cNvSpPr txBox="1"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8"/>
          <p:cNvSpPr txBox="1"/>
          <p:nvPr/>
        </p:nvSpPr>
        <p:spPr>
          <a:xfrm>
            <a:off x="1280160" y="297180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550"/>
              <a:buFont typeface="Calibri"/>
              <a:buNone/>
            </a:pPr>
            <a:r>
              <a:rPr lang="en-US" sz="15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Some boundaries between activities are drawn for learning purposes; in practice, the lines blur and phases overlap.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8"/>
          <p:cNvSpPr/>
          <p:nvPr/>
        </p:nvSpPr>
        <p:spPr>
          <a:xfrm>
            <a:off x="640080" y="4206240"/>
            <a:ext cx="411480" cy="411480"/>
          </a:xfrm>
          <a:prstGeom prst="ellipse">
            <a:avLst/>
          </a:prstGeom>
          <a:solidFill>
            <a:srgbClr val="00B39B"/>
          </a:solidFill>
          <a:ln>
            <a:noFill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48"/>
          <p:cNvSpPr txBox="1"/>
          <p:nvPr/>
        </p:nvSpPr>
        <p:spPr>
          <a:xfrm>
            <a:off x="640080" y="4206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8"/>
          <p:cNvSpPr txBox="1"/>
          <p:nvPr/>
        </p:nvSpPr>
        <p:spPr>
          <a:xfrm>
            <a:off x="1280160" y="411480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550"/>
              <a:buFont typeface="Calibri"/>
              <a:buNone/>
            </a:pPr>
            <a:r>
              <a:rPr lang="en-US" sz="155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The goal is to help you understand every piece of the process, and how they all fit together.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9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7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7E70"/>
                </a:solidFill>
                <a:latin typeface="Calibri"/>
                <a:ea typeface="Calibri"/>
                <a:cs typeface="Calibri"/>
                <a:sym typeface="Calibri"/>
              </a:rPr>
              <a:t>GOOD TO KNOW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9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 Quick Distinction: IS vs. IT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49"/>
          <p:cNvSpPr/>
          <p:nvPr/>
        </p:nvSpPr>
        <p:spPr>
          <a:xfrm>
            <a:off x="562356" y="2103120"/>
            <a:ext cx="52120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49"/>
          <p:cNvSpPr/>
          <p:nvPr/>
        </p:nvSpPr>
        <p:spPr>
          <a:xfrm>
            <a:off x="562356" y="210312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49"/>
          <p:cNvSpPr txBox="1"/>
          <p:nvPr/>
        </p:nvSpPr>
        <p:spPr>
          <a:xfrm>
            <a:off x="562356" y="210312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Information Systems (IS)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49"/>
          <p:cNvSpPr txBox="1"/>
          <p:nvPr/>
        </p:nvSpPr>
        <p:spPr>
          <a:xfrm>
            <a:off x="882396" y="2926080"/>
            <a:ext cx="45720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The overall framework of people, processes, and technology working together to collect, process, and manage data for decision-making and business operations.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49"/>
          <p:cNvSpPr/>
          <p:nvPr/>
        </p:nvSpPr>
        <p:spPr>
          <a:xfrm>
            <a:off x="6414516" y="2103120"/>
            <a:ext cx="52120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 cap="flat" cmpd="sng">
            <a:solidFill>
              <a:srgbClr val="E3EAF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49"/>
          <p:cNvSpPr/>
          <p:nvPr/>
        </p:nvSpPr>
        <p:spPr>
          <a:xfrm>
            <a:off x="6414516" y="210312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00B3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49"/>
          <p:cNvSpPr txBox="1"/>
          <p:nvPr/>
        </p:nvSpPr>
        <p:spPr>
          <a:xfrm>
            <a:off x="6414516" y="210312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Information Technology (IT)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9"/>
          <p:cNvSpPr txBox="1"/>
          <p:nvPr/>
        </p:nvSpPr>
        <p:spPr>
          <a:xfrm>
            <a:off x="6734556" y="2926080"/>
            <a:ext cx="45720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The hardware, software, and networking components specifically that enable data processing and communication.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49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Closely related, often used interchangeably — but distinct in scope.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474BC495226A4DA390799C92E36619" ma:contentTypeVersion="3" ma:contentTypeDescription="Create a new document." ma:contentTypeScope="" ma:versionID="4a73b9420067643082b04fd5dc376804">
  <xsd:schema xmlns:xsd="http://www.w3.org/2001/XMLSchema" xmlns:xs="http://www.w3.org/2001/XMLSchema" xmlns:p="http://schemas.microsoft.com/office/2006/metadata/properties" xmlns:ns2="989db138-9486-4683-8f51-7f10e453a2b1" targetNamespace="http://schemas.microsoft.com/office/2006/metadata/properties" ma:root="true" ma:fieldsID="9e51b845acc3af0fc0e9af9baecfd305" ns2:_="">
    <xsd:import namespace="989db138-9486-4683-8f51-7f10e453a2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9db138-9486-4683-8f51-7f10e453a2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D875470-8A6E-4E80-8908-E8FB470C6CF6}"/>
</file>

<file path=customXml/itemProps2.xml><?xml version="1.0" encoding="utf-8"?>
<ds:datastoreItem xmlns:ds="http://schemas.openxmlformats.org/officeDocument/2006/customXml" ds:itemID="{B3E47366-3FE6-4AEF-A55C-C72B1426CA16}"/>
</file>

<file path=customXml/itemProps3.xml><?xml version="1.0" encoding="utf-8"?>
<ds:datastoreItem xmlns:ds="http://schemas.openxmlformats.org/officeDocument/2006/customXml" ds:itemID="{51D04F04-B16C-4AFB-A89A-A679D58BA20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3395</Words>
  <Application>Microsoft Macintosh PowerPoint</Application>
  <PresentationFormat>Widescreen</PresentationFormat>
  <Paragraphs>632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abdulaziz saleh M algablan</cp:lastModifiedBy>
  <cp:revision>1</cp:revision>
  <dcterms:modified xsi:type="dcterms:W3CDTF">2026-09-09T10:48:54Z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0x0101007F474BC495226A4DA390799C92E36619</vt:lpwstr>
  </property>
</Properties>
</file>