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8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ype="http://schemas.openxmlformats.org/officeDocument/2006/relationships/presProps" Target="presProps.xml"/>  <Relationship Id="rId15" Type="http://schemas.openxmlformats.org/officeDocument/2006/relationships/viewProps" Target="viewProps.xml"/>  <Relationship Id="rId16" Type="http://schemas.openxmlformats.org/officeDocument/2006/relationships/theme" Target="theme/theme1.xml"/>  <Relationship Id="rId17" Type="http://schemas.openxmlformats.org/officeDocument/2006/relationships/tableStyles" Target="tableStyles.xml"/>  <Relationship Id="rId18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d2cc7b4-5a8c-4d6f-afd5-8aaaec162fa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2818a26-5a4d-42ff-a7e4-5f97607cb3c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14b2adc-e22b-48e4-b53e-50f01d35368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4c0e37d-18bf-448d-9dc5-1c12401d77d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8ca83f0-94d1-4866-8458-032952e5362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e6ffada-c884-4dd3-9a5c-deb48f8b71c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50c1e68-0012-451b-8b5c-5143d98c638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1a6e799-ccc4-4994-885c-e550a7947a9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27df5e7-1cab-4513-8a20-6a3f204ba8c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41c1f14-abb9-42db-81dd-d83c4c6698f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7a6e78b-cde8-490c-946f-ab88401401d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0671879-48fa-4800-b26e-b54a6a22538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2026-05-12T07:51:53.914Z</dcterms:created>
  <dcterms:modified xsi:type="dcterms:W3CDTF">2026-05-12T07:51:53.914Z</dcterms:modified>
</cp:coreProperties>
</file>